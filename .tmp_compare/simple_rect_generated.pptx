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048000" cy="1714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781249f4-23aa-47a0-a80e-5641c3f39d12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674154" y="635016"/>
            <a:ext cx="1699692" cy="450577"/>
          </a:xfrm>
          <a:prstGeom prst="rect">
            <a:avLst/>
          </a:prstGeom>
          <a:noFill/>
        </p:spPr>
        <p:txBody>
          <a:bodyPr wrap="none" lIns="0" tIns="0" rIns="0" bIns="0" anchor="t">
        </a:bodyPr>
          <a:lstStyle/>
          <a:p>
            <a:pPr algn="ctr"/>
            <a:r>
              <a:rPr sz="2800">
                <a:latin typeface="Arial"/>
                <a:solidFill>
                  <a:srgbClr val="FFFFFF"/>
                </a:solidFill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E263258E-A58D-429C-A6FD-36EEFBFE5C6B}" vid="{593CDC74-793D-48F2-BB1D-DF476253F8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