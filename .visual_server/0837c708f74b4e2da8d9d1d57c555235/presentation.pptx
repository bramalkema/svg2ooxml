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Relationship Id="rIdEmfFilter3" Type="http://schemas.openxmlformats.org/officeDocument/2006/relationships/image" Target="../media/emf_cad3fab4_914400x609600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" cy="914400"/>
          <a:chOff x="0" y="0"/>
          <a:chExt cx="1219200" cy="91440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EmfFilter3"/>
          <a:stretch>
            <a:fillRect/>
          </a:stretch>
        </p:blipFill>
        <p:spPr>
          <a:xfrm>
            <a:off x="76200" y="76200"/>
            <a:ext cx="10668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225C7ADA-5DF9-469D-B089-C7663D3841F8}" vid="{D5F1167C-F60C-4C81-8128-9302C520C9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