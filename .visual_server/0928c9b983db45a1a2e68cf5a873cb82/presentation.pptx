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FB44623E-FD09-450E-AAEE-97B848028063}" vid="{C02A8BF7-8A52-4BBB-AB9B-803C62795F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