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1b3cfa-0f86-427a-bba6-6cfe03b62b82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2E8E516E-F231-4D77-9663-4F3EE8FD428C}" vid="{3FE327F1-0AC8-4247-A8EF-63792144B8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