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fntdata" ContentType="application/x-fontdata"/>
  <Override PartName="/ppt/fonts/font1.fntdata" ContentType="application/x-fontdata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048000" cy="1714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Arial" pitchFamily="34" charset="1"/>
      <p:fontKey guid="ce1b3cfa-0f86-427a-bba6-6cfe03b62b82"/>
      <p:regular r:id="rIdFont1" r:subsetted="1"/>
    </p:embeddedFont>
  </p:embeddedFon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Font1" Type="http://schemas.openxmlformats.org/officeDocument/2006/relationships/font" Target="fonts/font1.fntdata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048000" cy="1714500"/>
          <a:chOff x="0" y="0"/>
          <a:chExt cx="3048000" cy="1714500"/>
        </a:xfrm>
      </p:grpSpPr>
      <p:sp>
        <p:nvSpPr>
          <p:cNvPr id="2" name="Rectangle 2"/>
          <p:cNvSpPr/>
          <p:nvPr/>
        </p:nvSpPr>
        <p:spPr>
          <a:xfrm>
            <a:off x="0" y="0"/>
            <a:ext cx="3048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/>
          <p:cNvSpPr/>
          <p:nvPr/>
        </p:nvSpPr>
        <p:spPr>
          <a:xfrm>
            <a:off x="457200" y="381000"/>
            <a:ext cx="2133600" cy="9525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57150">
            <a:solidFill>
              <a:srgbClr val="0F3AA3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1524000" y="704255"/>
            <a:ext cx="1942505" cy="487680"/>
          </a:xfrm>
          <a:prstGeom prst="rect">
            <a:avLst/>
          </a:prstGeom>
          <a:noFill/>
        </p:spPr>
        <p:txBody>
          <a:bodyPr wrap="none" lIns="0" tIns="0" rIns="0" bIns="0" anchor="t">
        </a:bodyPr>
          <a:lstStyle/>
          <a:p>
            <a:pPr algn="ctr"/>
            <a:r>
              <a:rPr sz="3200">
                <a:latin typeface="Arial"/>
                <a:solidFill>
                  <a:srgbClr val="FFFFFF"/>
                </a:solidFill>
              </a:rPr>
              <a:t>svg2ooxml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D9017C3C-793E-4AF7-AD03-9B2A4129C3AF}" vid="{E303E175-168C-4166-9831-A4AC31A66B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