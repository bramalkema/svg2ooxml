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odttf" ContentType="application/vnd.openxmlformats-officedocument.obfuscatedFont"/>
  <Default Extension="jpeg" ContentType="image/jpeg"/>
  <Default Extension="jpg" ContentType="image/jpeg"/>
  <Default Extension="emf" ContentType="image/x-em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Default Extension="fntdata" ContentType="application/x-fontdata"/>
  <Override PartName="/ppt/fonts/font1.fntdata" ContentType="application/x-fontdata"/>
</Types>
</file>

<file path=_rels/.rels><?xml version="1.0" encoding="UTF-8" standalone="yes"?>
<Relationships xmlns="http://schemas.openxmlformats.org/package/2006/relationships">
    <Relationship Id="rId1" Type="http://schemas.openxmlformats.org/officeDocument/2006/relationships/officeDocument" Target="ppt/presentation.xml"/>
    <Relationship Id="rId2" Type="http://schemas.openxmlformats.org/officeDocument/2006/relationships/extended-properties" Target="docProps/app.xml"/>
    <Relationship Id="rId3" Type="http://schemas.openxmlformats.org/package/2006/relationships/metadata/core-properties" Target="docProps/core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mbeddedFontLst>
    <p:embeddedFont>
      <p:font typeface="Arial" pitchFamily="34" charset="1"/>
      <p:fontKey guid="955f167e-2042-4e01-aa77-91f3e3ed87d1"/>
      <p:regular r:id="rIdFont1" r:subsetted="1"/>
    </p:embeddedFont>
  </p:embeddedFontLst>
</p:presentation>
</file>

<file path=ppt/presProps.xml><?xml version="1.0" encoding="utf-8"?>
<p:presentationPr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20"/>
    <p:restoredTop sz="94660"/>
  </p:normalViewPr>
</p:viewPr>
</file>

<file path=ppt/_rels/presentation.xml.rels><?xml version='1.0' encoding='UTF-8'?>
<Relationships xmlns="http://schemas.openxmlformats.org/package/2006/relationships">
    <Relationship Id="rId1" Type="http://schemas.openxmlformats.org/officeDocument/2006/relationships/slideMaster" Target="slideMasters/slideMaster1.xml"/>
<Relationship Id="rId2" Type="http://schemas.openxmlformats.org/officeDocument/2006/relationships/slide" Target="slides/slide1.xml"/><Relationship Id="rIdFont1" Type="http://schemas.openxmlformats.org/officeDocument/2006/relationships/font" Target="fonts/font1.fntdata"/><Relationship Id="rIdPresProps" Type="http://schemas.openxmlformats.org/officeDocument/2006/relationships/presProps" Target="presProps.xml"/><Relationship Id="rIdViewProps" Type="http://schemas.openxmlformats.org/officeDocument/2006/relationships/viewProps" Target="viewProps.xml"/><Relationship Id="rIdTableStyles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
    <Relationship Id="rId1"
                  Type="http://schemas.openxmlformats.org/officeDocument/2006/relationships/slideMaster"
                  Target="../slideMasters/slideMaster1.xml"/>
</Relationships>

</file>

<file path=ppt/slideLayouts/_rels/slideLayout2.xml.rels><?xml version="1.0" encoding="UTF-8" standalone="yes"?>
<Relationships xmlns="http://schemas.openxmlformats.org/package/2006/relationships">
    <Relationship Id="rId1"
                  Type="http://schemas.openxmlformats.org/officeDocument/2006/relationships/slideMaster"
                  Target="../slideMasters/slideMaster1.xml"/>
</Relationships>

</file>

<file path=ppt/slideLayouts/_rels/slideLayout3.xml.rels><?xml version="1.0" encoding="UTF-8" standalone="yes"?>
<Relationships xmlns="http://schemas.openxmlformats.org/package/2006/relationships">
    <Relationship Id="rId1"
                  Type="http://schemas.openxmlformats.org/officeDocument/2006/relationships/slideMaster"
                 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</p:spTree>
  </p:cSld>
  <p:clrMapOvr>
    <a:masterClrMapping/>
  </p:clrMapOvr>
</p:sldLayout>
</file>

<file path=ppt/slideLayouts/slideLayout2.xml><?xml version="1.0" encoding="utf-8"?>
<p:sldLayout xmlns:p="http://schemas.openxmlformats.org/presentationml/2006/main" xmlns:a="http://schemas.openxmlformats.org/drawingml/2006/main" xmlns:r="http://schemas.openxmlformats.org/officeDocument/2006/relationships" type="title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Title placeholder --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411480"/>
            <a:ext cx="7772400" cy="1097280"/>
          </a:xfrm>
        </p:spPr>
        <p:txBody>
          <a:bodyPr/>
          <a:lstStyle/>
          <a:p/>
        </p:txBody>
      </p:sp>
      <!-- Body placeholder --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685800" y="1828800"/>
            <a:ext cx="7772400" cy="4191000"/>
          </a:xfrm>
        </p:spPr>
        <p:txBody>
          <a:bodyPr/>
          <a:lstStyle/>
          <a:p/>
        </p:txBody>
      </p:sp>
    </p:spTree>
  </p:cSld>
  <p:clrMapOvr>
    <a:masterClrMapping/>
  </p:clrMapOvr>
</p:sldLayout>
</file>

<file path=ppt/slideLayouts/slideLayout3.xml><?xml version="1.0" encoding="utf-8"?>
<p:sldLayout xmlns:p="http://schemas.openxmlformats.org/presentationml/2006/main" xmlns:a="http://schemas.openxmlformats.org/drawingml/2006/main" xmlns:r="http://schemas.openxmlformats.org/officeDocument/2006/relationships" type="tx" preserve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    <Relationship Id="rId2" Type="http://schemas.openxmlformats.org/officeDocument/2006/relationships/slideLayout" Target="../slideLayouts/slideLayout2.xml"/>
    <Relationship Id="rId3" Type="http://schemas.openxmlformats.org/officeDocument/2006/relationships/theme" Target="../theme/theme1.xml"/>
    <Relationship Id="rId4" Type="http://schemas.openxmlformats.org/officeDocument/2006/relationships/slideLayout" Target="../slideLayouts/slideLayout3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4"/>
  </p:sldLayoutIdLst>
</p:sldMaster>
</file>

<file path=ppt/slides/_rels/slide1.xml.rels><?xml version='1.0' encoding='UTF-8'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3048000" cy="1714500"/>
          <a:chOff x="0" y="0"/>
          <a:chExt cx="3048000" cy="1714500"/>
        </a:xfrm>
      </p:grpSpPr>
      <p:sp>
        <p:nvSpPr>
          <p:cNvPr id="2" name="Rectangle 2"/>
          <p:cNvSpPr/>
          <p:nvPr/>
        </p:nvSpPr>
        <p:spPr>
          <a:xfrm>
            <a:off x="0" y="0"/>
            <a:ext cx="3048000" cy="1714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Rectangle 3"/>
          <p:cNvSpPr/>
          <p:nvPr/>
        </p:nvSpPr>
        <p:spPr>
          <a:xfrm>
            <a:off x="457200" y="381000"/>
            <a:ext cx="2133600" cy="952500"/>
          </a:xfrm>
          <a:prstGeom prst="roundRect">
            <a:avLst>
              <a:gd name="adj" fmla="val 12000"/>
            </a:avLst>
          </a:prstGeom>
          <a:solidFill>
            <a:srgbClr val="4285F4"/>
          </a:solidFill>
          <a:ln w="57150">
            <a:solidFill>
              <a:srgbClr val="0F3AA3"/>
            </a:solidFill>
            <a:cap val="flat"/>
            <a:miter lim="4000"/>
          </a:ln>
        </p:spPr>
        <p:txBody>
          <a:bodyPr/>
          <a:lstStyle/>
          <a:p>
            <a:endParaRPr/>
          </a:p>
        </p:txBody>
      </p:sp>
      <p:sp xmlns:p="http://schemas.openxmlformats.org/presentationml/2006/main" xmlns:a="http://schemas.openxmlformats.org/drawingml/2006/main">
        <p:nvSpPr>
          <p:cNvPr id="4" name="Text 4"/>
          <p:cNvSpPr/>
          <p:nvPr/>
        </p:nvSpPr>
        <p:spPr>
          <a:xfrm>
            <a:off x="1524000" y="704255"/>
            <a:ext cx="1942505" cy="487680"/>
          </a:xfrm>
          <a:prstGeom prst="rect">
            <a:avLst/>
          </a:prstGeom>
          <a:noFill/>
        </p:spPr>
        <p:txBody>
          <a:bodyPr>
        </a:bodyPr>
          <a:lstStyle/>
          <a:p>
            <a:pPr algn="ctr"/>
            <a:r>
              <a:rPr sz="3200">
                <a:latin typeface="Arial"/>
                <a:solidFill>
                  <a:srgbClr val="FFFFFF"/>
                </a:solidFill>
              </a:rPr>
              <a:t>svg2ooxml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F79646"/>
      </a:accent2>
      <a:accent3>
        <a:srgbClr val="9BBB59"/>
      </a:accent3>
      <a:accent4>
        <a:srgbClr val="8064A2"/>
      </a:accent4>
      <a:accent5>
        <a:srgbClr val="4BACC6"/>
      </a:accent5>
      <a:accent6>
        <a:srgbClr val="F366CC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</a:majorFont>
      <a:minorFont>
        <a:latin typeface="Calibri"/>
      </a:minorFont>
    </a:fontScheme>
    <a:fmtScheme name="Office">
      <a:fillStyleLst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extLst>
    <a:ext uri="{05A4C25C-085E-4340-85A3-A5531E510DB2}">
      <thm15:themeFamily xmlns:thm15="http://schemas.microsoft.com/office/thememl/2012/main" name="svg2ooxml" id="{61B83467-62C0-4C85-A0D0-FAC9DF0A7232}" vid="{7D2E6286-DC7C-4D8B-B767-7CF937F1543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SVG2PPTX</Application>
  <DocSecurity>0</DocSecurity>
  <ScaleCrop>false</ScaleCrop>
  <HeadingPairs>
    <vt:vector size="2" baseType="variant">
      <vt:variant>
        <vt:lpstr>Slides</vt:lpstr>
      </vt:variant>
      <vt:variant>
        <vt:i4>1</vt:i4>
      </vt:variant>
    </vt:vector>
  </HeadingPairs>
  <TitlesOfParts>
    <vt:vector size="1" baseType="lpstr">
      <vt:lpstr>Slide 1</vt:lpstr>
    </vt:vector>
  </TitlesOfPart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SVG2PPTX Presentation</dc:title>
  <dc:creator>SVG2PPTX</dc:creator>
  <cp:lastModifiedBy>SVG2PPTX</cp:lastModifiedBy>
  <dcterms:created xsi:type="dcterms:W3CDTF">2025-01-01T00:00:00Z</dcterms:created>
  <dcterms:modified xsi:type="dcterms:W3CDTF">2025-01-01T00:00:00Z</dcterms:modified>
</cp:coreProperties>
</file>