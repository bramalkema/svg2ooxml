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048000" cy="1714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ce1b3cfa-0f86-427a-bba6-6cfe03b62b82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 wrap="none" lIns="0" tIns="0" rIns="0" bIns="0" anchor="t"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57F1A382-01E2-47B2-AFEC-9E76E3AA1C57}" vid="{93807AFF-CB44-4558-9172-DD395D90DD4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