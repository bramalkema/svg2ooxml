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955f167e-2042-4e01-aa77-91f3e3ed87d1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1524000" y="704255"/>
            <a:ext cx="1942505" cy="487680"/>
          </a:xfrm>
          <a:prstGeom prst="rect">
            <a:avLst/>
          </a:prstGeom>
          <a:noFill/>
        </p:spPr>
        <p:txBody>
          <a:bodyPr>
        </a:bodyPr>
          <a:lstStyle/>
          <a:p>
            <a:pPr algn="ctr"/>
            <a:r>
              <a:rPr sz="32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D724B87E-FFEC-4339-8ABC-2532A7B6C4FC}" vid="{B142FF5D-278D-42F4-8B29-960CF0882C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