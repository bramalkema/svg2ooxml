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Default Extension="odttf" ContentType="application/vnd.openxmlformats-officedocument.obfuscatedFont"/>
  <Default Extension="jpeg" ContentType="image/jpeg"/>
  <Default Extension="jpg" ContentType="image/jpeg"/>
  <Default Extension="emf" ContentType="image/x-em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
<Relationships xmlns="http://schemas.openxmlformats.org/package/2006/relationships">
    <Relationship Id="rId1" Type="http://schemas.openxmlformats.org/officeDocument/2006/relationships/officeDocument" Target="ppt/presentation.xml"/>
    <Relationship Id="rId2" Type="http://schemas.openxmlformats.org/officeDocument/2006/relationships/extended-properties" Target="docProps/app.xml"/>
    <Relationship Id="rId3" Type="http://schemas.openxmlformats.org/package/2006/relationships/metadata/core-properties" Target="docProps/core.xml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</p:sldIdLst>
  <p:sldSz cx="1219200" cy="9144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20"/>
    <p:restoredTop sz="94660"/>
  </p:normalViewPr>
</p:viewPr>
</file>

<file path=ppt/_rels/presentation.xml.rels><?xml version='1.0' encoding='UTF-8'?>
<Relationships xmlns="http://schemas.openxmlformats.org/package/2006/relationships">
    <Relationship Id="rId1" Type="http://schemas.openxmlformats.org/officeDocument/2006/relationships/slideMaster" Target="slideMasters/slideMaster1.xml"/>
<Relationship Id="rId2" Type="http://schemas.openxmlformats.org/officeDocument/2006/relationships/slide" Target="slides/slide1.xml"/><Relationship Id="rIdPresProps" Type="http://schemas.openxmlformats.org/officeDocument/2006/relationships/presProps" Target="presProps.xml"/><Relationship Id="rIdViewProps" Type="http://schemas.openxmlformats.org/officeDocument/2006/relationships/viewProps" Target="viewProps.xml"/><Relationship Id="rIdTableStyles" Type="http://schemas.openxmlformats.org/officeDocument/2006/relationships/tableStyles" Target="tableStyles.xml"/></Relationships>
</file>

<file path=ppt/slideLayouts/_rels/slideLayout1.xml.rels><?xml version="1.0" encoding="UTF-8" standalone="yes"?>
<Relationships xmlns="http://schemas.openxmlformats.org/package/2006/relationships">
    <Relationship Id="rId1"
                  Type="http://schemas.openxmlformats.org/officeDocument/2006/relationships/slideMaster"
                  Target="../slideMasters/slideMaster1.xml"/>
</Relationships>

</file>

<file path=ppt/slideLayouts/_rels/slideLayout2.xml.rels><?xml version="1.0" encoding="UTF-8" standalone="yes"?>
<Relationships xmlns="http://schemas.openxmlformats.org/package/2006/relationships">
    <Relationship Id="rId1"
                  Type="http://schemas.openxmlformats.org/officeDocument/2006/relationships/slideMaster"
                  Target="../slideMasters/slideMaster1.xml"/>
</Relationships>

</file>

<file path=ppt/slideLayouts/_rels/slideLayout3.xml.rels><?xml version="1.0" encoding="UTF-8" standalone="yes"?>
<Relationships xmlns="http://schemas.openxmlformats.org/package/2006/relationships">
    <Relationship Id="rId1"
                  Type="http://schemas.openxmlformats.org/officeDocument/2006/relationships/slideMaster"
                  Target="../slideMasters/slideMaster1.xml"/>
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9144000" cy="6858000"/>
          <a:chOff x="0" y="0"/>
          <a:chExt cx="9144000" cy="6858000"/>
        </a:xfrm>
      </p:grpSpPr>
    </p:spTree>
  </p:cSld>
  <p:clrMapOvr>
    <a:masterClrMapping/>
  </p:clrMapOvr>
</p:sldLayout>
</file>

<file path=ppt/slideLayouts/slideLayout2.xml><?xml version="1.0" encoding="utf-8"?>
<p:sldLayout xmlns:p="http://schemas.openxmlformats.org/presentationml/2006/main" xmlns:a="http://schemas.openxmlformats.org/drawingml/2006/main" xmlns:r="http://schemas.openxmlformats.org/officeDocument/2006/relationships" type="title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!-- Title placeholder --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5800" y="411480"/>
            <a:ext cx="7772400" cy="1097280"/>
          </a:xfrm>
        </p:spPr>
        <p:txBody>
          <a:bodyPr/>
          <a:lstStyle/>
          <a:p/>
        </p:txBody>
      </p:sp>
      <!-- Body placeholder -->
      <p:sp>
        <p:nvSpPr>
          <p:cNvPr id="3" name="Content Placeholder 2"/>
          <p:cNvSpPr>
            <a:spLocks noGrp="1"/>
          </p:cNvSpPr>
          <p:nvPr>
            <p:ph type="body" idx="1"/>
          </p:nvPr>
        </p:nvSpPr>
        <p:spPr>
          <a:xfrm>
            <a:off x="685800" y="1828800"/>
            <a:ext cx="7772400" cy="4191000"/>
          </a:xfrm>
        </p:spPr>
        <p:txBody>
          <a:bodyPr/>
          <a:lstStyle/>
          <a:p/>
        </p:txBody>
      </p:sp>
    </p:spTree>
  </p:cSld>
  <p:clrMapOvr>
    <a:masterClrMapping/>
  </p:clrMapOvr>
</p:sldLayout>
</file>

<file path=ppt/slideLayouts/slideLayout3.xml><?xml version="1.0" encoding="utf-8"?>
<p:sldLayout xmlns:p="http://schemas.openxmlformats.org/presentationml/2006/main" xmlns:a="http://schemas.openxmlformats.org/drawingml/2006/main" xmlns:r="http://schemas.openxmlformats.org/officeDocument/2006/relationships" type="tx" preserve="1">
  <p:cSld name="Content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    <Relationship Id="rId1" Type="http://schemas.openxmlformats.org/officeDocument/2006/relationships/slideLayout" Target="../slideLayouts/slideLayout1.xml"/>
    <Relationship Id="rId2" Type="http://schemas.openxmlformats.org/officeDocument/2006/relationships/slideLayout" Target="../slideLayouts/slideLayout2.xml"/>
    <Relationship Id="rId3" Type="http://schemas.openxmlformats.org/officeDocument/2006/relationships/theme" Target="../theme/theme1.xml"/>
    <Relationship Id="rId4" Type="http://schemas.openxmlformats.org/officeDocument/2006/relationships/slideLayout" Target="../slideLayouts/slideLayout3.xml"/>
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6858000"/>
          <a:chOff x="0" y="0"/>
          <a:chExt cx="9144000" cy="685800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4"/>
  </p:sldLayoutIdLst>
</p:sldMaster>
</file>

<file path=ppt/slides/_rels/slide1.xml.rels><?xml version='1.0' encoding='UTF-8'?>
<Relationships xmlns="http://schemas.openxmlformats.org/package/2006/relationships">
    <Relationship Id="rId1" Type="http://schemas.openxmlformats.org/officeDocument/2006/relationships/slideLayout" Target="../slideLayouts/slideLayout1.xml"/>
<Relationship Id="rIdEmfFilter3" Type="http://schemas.openxmlformats.org/officeDocument/2006/relationships/image" Target="../media/emf_cad3fab4_914400x609600.emf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1219200" cy="914400"/>
          <a:chOff x="0" y="0"/>
          <a:chExt cx="1219200" cy="91440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EmfFilter3"/>
          <a:stretch>
            <a:fillRect/>
          </a:stretch>
        </p:blipFill>
        <p:spPr>
          <a:xfrm>
            <a:off x="76200" y="76200"/>
            <a:ext cx="1066800" cy="762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F79646"/>
      </a:accent2>
      <a:accent3>
        <a:srgbClr val="9BBB59"/>
      </a:accent3>
      <a:accent4>
        <a:srgbClr val="8064A2"/>
      </a:accent4>
      <a:accent5>
        <a:srgbClr val="4BACC6"/>
      </a:accent5>
      <a:accent6>
        <a:srgbClr val="F366CC"/>
      </a:accent6>
      <a:hlink>
        <a:srgbClr val="0000FF"/>
      </a:hlink>
      <a:folHlink>
        <a:srgbClr val="800080"/>
      </a:folHlink>
    </a:clrScheme>
    <a:fontScheme name="Office">
      <a:majorFont>
        <a:latin typeface="Calibri Light"/>
      </a:majorFont>
      <a:minorFont>
        <a:latin typeface="Calibri"/>
      </a:minorFont>
    </a:fontScheme>
    <a:fmtScheme name="Office">
      <a:fillStyleLst>
        <a:solidFill>
          <a:schemeClr val="phClr"/>
        </a:solidFill>
      </a:fillStyleLst>
      <a:lnStyleLst>
        <a:ln w="9525" cap="flat" cmpd="sng" algn="ctr">
          <a:solidFill>
            <a:schemeClr val="phClr"/>
          </a:solidFill>
        </a:ln>
      </a:lnStyleLst>
      <a:effectStyleLst>
        <a:effectStyle>
          <a:effectLst/>
        </a:effectStyle>
      </a:effectStyleLst>
      <a:bgFillStyleLst>
        <a:solidFill>
          <a:schemeClr val="phClr"/>
        </a:solidFill>
      </a:bgFillStyleLst>
    </a:fmtScheme>
  </a:themeElements>
  <a:extLst>
    <a:ext uri="{05A4C25C-085E-4340-85A3-A5531E510DB2}">
      <thm15:themeFamily xmlns:thm15="http://schemas.microsoft.com/office/thememl/2012/main" name="svg2ooxml" id="{9A3EB495-EB68-432D-B873-C4DF0D11B9A8}" vid="{A09A7AB7-CB92-4651-BAA0-930B6182FB3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Application>SVG2PPTX</Application>
  <DocSecurity>0</DocSecurity>
  <ScaleCrop>false</ScaleCrop>
  <HeadingPairs>
    <vt:vector size="2" baseType="variant">
      <vt:variant>
        <vt:lpstr>Slides</vt:lpstr>
      </vt:variant>
      <vt:variant>
        <vt:i4>1</vt:i4>
      </vt:variant>
    </vt:vector>
  </HeadingPairs>
  <TitlesOfParts>
    <vt:vector size="1" baseType="lpstr">
      <vt:lpstr>Slide 1</vt:lpstr>
    </vt:vector>
  </TitlesOfPart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SVG2PPTX Presentation</dc:title>
  <dc:creator>SVG2PPTX</dc:creator>
  <cp:lastModifiedBy>SVG2PPTX</cp:lastModifiedBy>
  <dcterms:created xsi:type="dcterms:W3CDTF">2025-01-01T00:00:00Z</dcterms:created>
  <dcterms:modified xsi:type="dcterms:W3CDTF">2025-01-01T00:00:00Z</dcterms:modified>
</cp:coreProperties>
</file>