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98c98e-2b5b-491b-bcae-743050b1feea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16E0AF95-BBDC-4783-B545-A0EB969FC418}" vid="{D6F691AB-9DDE-40FA-8371-D524216088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