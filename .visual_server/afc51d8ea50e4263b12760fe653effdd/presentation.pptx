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98c98e-2b5b-491b-bcae-743050b1feea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E68BC843-3892-46F0-A115-0A810E42260A}" vid="{319F8BE2-B0A6-402E-A2B1-B98C8E44FA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