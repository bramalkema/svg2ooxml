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" cy="914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Relationship Id="rIdEmfFilter3" Type="http://schemas.openxmlformats.org/officeDocument/2006/relationships/image" Target="../media/emf_cad3fab4_914400x609600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" cy="914400"/>
          <a:chOff x="0" y="0"/>
          <a:chExt cx="1219200" cy="91440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EmfFilter3"/>
          <a:stretch>
            <a:fillRect/>
          </a:stretch>
        </p:blipFill>
        <p:spPr>
          <a:xfrm>
            <a:off x="76200" y="76200"/>
            <a:ext cx="10668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7528FCDD-A579-4B88-BF55-1E4B925091F9}" vid="{AEFA9B57-A823-4C88-A54E-8BCD059E84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