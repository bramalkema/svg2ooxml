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odttf" ContentType="application/vnd.openxmlformats-officedocument.obfuscatedFont"/>
  <Default Extension="jpeg" ContentType="image/jpeg"/>
  <Default Extension="jp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Default Extension="fntdata" ContentType="application/x-fontdata"/>
  <Override PartName="/ppt/fonts/font1.fntdata" ContentType="application/x-fontdata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officeDocument/2006/relationships/extended-properties" Target="docProps/app.xml"/>
    <Relationship Id="rId3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mbeddedFontLst>
    <p:embeddedFont>
      <p:font typeface="Arial" pitchFamily="34" charset="1"/>
      <p:fontKey guid="ce98c98e-2b5b-491b-bcae-743050b1feea"/>
      <p:regular r:id="rIdFont1" r:subsetted="1"/>
    </p:embeddedFont>
  </p:embeddedFontLst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20"/>
    <p:restoredTop sz="94660"/>
  </p:normalViewPr>
</p:viewPr>
</file>

<file path=ppt/_rels/presentation.xml.rels><?xml version='1.0' encoding='UTF-8'?>
<Relationships xmlns="http://schemas.openxmlformats.org/package/2006/relationships">
  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Font1" Type="http://schemas.openxmlformats.org/officeDocument/2006/relationships/font" Target="fonts/font1.fntdata"/><Relationship Id="rIdPresProps" Type="http://schemas.openxmlformats.org/officeDocument/2006/relationships/presProps" Target="presProps.xml"/><Relationship Id="rIdViewProps" Type="http://schemas.openxmlformats.org/officeDocument/2006/relationships/viewProps" Target="viewProps.xml"/><Relationship Id="rIdTableStyles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2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3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placeholder --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/>
        </p:txBody>
      </p:sp>
      <!-- Body placeholder --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slideLayout" Target="../slideLayouts/slideLayout2.xml"/>
    <Relationship Id="rId3" Type="http://schemas.openxmlformats.org/officeDocument/2006/relationships/theme" Target="../theme/theme1.xml"/>
    <Relationship Id="rId4" Type="http://schemas.openxmlformats.org/officeDocument/2006/relationships/slideLayout" Target="../slideLayouts/slideLayout3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4"/>
  </p:sldLayoutIdLst>
</p:sldMaster>
</file>

<file path=ppt/slides/_rels/slide1.xml.rels><?xml version='1.0' encoding='UTF-8'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3048000" cy="1714500"/>
          <a:chOff x="0" y="0"/>
          <a:chExt cx="3048000" cy="1714500"/>
        </a:xfrm>
      </p:grpSpPr>
      <p:sp>
        <p:nvSpPr>
          <p:cNvPr id="2" name="Rectangle 2"/>
          <p:cNvSpPr/>
          <p:nvPr/>
        </p:nvSpPr>
        <p:spPr>
          <a:xfrm>
            <a:off x="0" y="0"/>
            <a:ext cx="3048000" cy="17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3"/>
          <p:cNvSpPr/>
          <p:nvPr/>
        </p:nvSpPr>
        <p:spPr>
          <a:xfrm>
            <a:off x="457200" y="381000"/>
            <a:ext cx="2133600" cy="952500"/>
          </a:xfrm>
          <a:prstGeom prst="roundRect">
            <a:avLst>
              <a:gd name="adj" fmla="val 12000"/>
            </a:avLst>
          </a:prstGeom>
          <a:solidFill>
            <a:srgbClr val="4285F4"/>
          </a:solidFill>
          <a:ln w="57150">
            <a:solidFill>
              <a:srgbClr val="0F3AA3"/>
            </a:solidFill>
            <a:cap val="flat"/>
            <a:miter lim="4000"/>
          </a:ln>
        </p:spPr>
        <p:txBody>
          <a:bodyPr/>
          <a:lstStyle/>
          <a:p>
            <a:endParaRPr/>
          </a:p>
        </p:txBody>
      </p:sp>
      <p:sp xmlns:p="http://schemas.openxmlformats.org/presentationml/2006/main" xmlns:a="http://schemas.openxmlformats.org/drawingml/2006/main">
        <p:nvSpPr>
          <p:cNvPr id="4" name="Text 4"/>
          <p:cNvSpPr/>
          <p:nvPr/>
        </p:nvSpPr>
        <p:spPr>
          <a:xfrm>
            <a:off x="1524000" y="704255"/>
            <a:ext cx="1942505" cy="487680"/>
          </a:xfrm>
          <a:prstGeom prst="rect">
            <a:avLst/>
          </a:prstGeom>
          <a:noFill/>
        </p:spPr>
        <p:txBody>
          <a:bodyPr wrap="none" lIns="0" tIns="0" rIns="0" bIns="0" anchor="t">
        </a:bodyPr>
          <a:lstStyle/>
          <a:p>
            <a:pPr algn="ctr"/>
            <a:r>
              <a:rPr sz="3200">
                <a:latin typeface="Arial"/>
                <a:solidFill>
                  <a:srgbClr val="FFFFFF"/>
                </a:solidFill>
              </a:rPr>
              <a:t>svg2ooxml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366CC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svg2ooxml" id="{0AAA591A-B8E8-4401-9B6D-8FF4F48728A1}" vid="{5A10949A-1E40-4824-8A8A-CEA78CC2817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SVG2PPTX</Application>
  <DocSecurity>0</DocSecurity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Slide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creator>SVG2PPTX</dc:creator>
  <cp:lastModifiedBy>SVG2PPTX</cp:lastModifiedBy>
  <dcterms:created xsi:type="dcterms:W3CDTF">2025-01-01T00:00:00Z</dcterms:created>
  <dcterms:modified xsi:type="dcterms:W3CDTF">2025-01-01T00:00:00Z</dcterms:modified>
</cp:coreProperties>
</file>