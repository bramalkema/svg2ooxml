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" cy="1714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ce1b3cfa-0f86-427a-bba6-6cfe03b62b82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7EC95EF4-D622-4696-967F-F62624A0F874}" vid="{03ED0074-0985-49D7-B9FD-77EE396D6F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