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955f167e-2042-4e01-aa77-91f3e3ed87d1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13A43C7D-F583-49BA-950A-1A5E16C4F728}" vid="{3EDF6C05-4D75-4BFF-BD50-7A1B6DFDB6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