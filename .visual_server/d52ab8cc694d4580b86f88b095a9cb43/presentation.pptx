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odttf" ContentType="application/vnd.openxmlformats-officedocument.obfuscatedFont"/>
  <Default Extension="jpeg" ContentType="image/jpeg"/>
  <Default Extension="jpg" ContentType="image/jpeg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    <Relationship Id="rId2" Type="http://schemas.openxmlformats.org/officeDocument/2006/relationships/extended-properties" Target="docProps/app.xml"/>
    <Relationship Id="rId3" Type="http://schemas.openxmlformats.org/package/2006/relationships/metadata/core-properties" Target="docProps/core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20"/>
    <p:restoredTop sz="94660"/>
  </p:normalViewPr>
</p:viewPr>
</file>

<file path=ppt/_rels/presentation.xml.rels><?xml version='1.0' encoding='UTF-8'?>
<Relationships xmlns="http://schemas.openxmlformats.org/package/2006/relationships">
    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PresProps" Type="http://schemas.openxmlformats.org/officeDocument/2006/relationships/presProps" Target="presProps.xml"/><Relationship Id="rIdViewProps" Type="http://schemas.openxmlformats.org/officeDocument/2006/relationships/viewProps" Target="viewProps.xml"/><Relationship Id="rIdTableStyles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2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3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placeholder --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11480"/>
            <a:ext cx="7772400" cy="1097280"/>
          </a:xfrm>
        </p:spPr>
        <p:txBody>
          <a:bodyPr/>
          <a:lstStyle/>
          <a:p/>
        </p:txBody>
      </p:sp>
      <!-- Body placeholder --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1910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tx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    <Relationship Id="rId2" Type="http://schemas.openxmlformats.org/officeDocument/2006/relationships/slideLayout" Target="../slideLayouts/slideLayout2.xml"/>
    <Relationship Id="rId3" Type="http://schemas.openxmlformats.org/officeDocument/2006/relationships/theme" Target="../theme/theme1.xml"/>
    <Relationship Id="rId4" Type="http://schemas.openxmlformats.org/officeDocument/2006/relationships/slideLayout" Target="../slideLayouts/slideLayout3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4"/>
  </p:sldLayoutIdLst>
</p:sldMaster>
</file>

<file path=ppt/slides/_rels/slide1.xml.rels><?xml version='1.0' encoding='UTF-8'?>
<Relationships xmlns="http://schemas.openxmlformats.org/package/2006/relationships">
    <Relationship Id="rId1" Type="http://schemas.openxmlformats.org/officeDocument/2006/relationships/slideLayout" Target="../slideLayouts/slideLayout1.xml"/>
<Relationship Id="rIdEmfFilter3" Type="http://schemas.openxmlformats.org/officeDocument/2006/relationships/image" Target="../media/emf_cad3fab4_914400x609600.emf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" cy="914400"/>
          <a:chOff x="0" y="0"/>
          <a:chExt cx="1219200" cy="91440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EmfFilter3"/>
          <a:stretch>
            <a:fillRect/>
          </a:stretch>
        </p:blipFill>
        <p:spPr>
          <a:xfrm>
            <a:off x="76200" y="76200"/>
            <a:ext cx="1066800" cy="76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366CC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svg2ooxml" id="{5692CC45-556C-4E60-A29C-3656B05C525D}" vid="{DEDF4F04-3181-4BF0-B6F1-D3A734D837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SVG2PPTX</Application>
  <DocSecurity>0</DocSecurity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Slide 1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SVG2PPTX Presentation</dc:title>
  <dc:creator>SVG2PPTX</dc:creator>
  <cp:lastModifiedBy>SVG2PPTX</cp:lastModifiedBy>
  <dcterms:created xsi:type="dcterms:W3CDTF">2025-01-01T00:00:00Z</dcterms:created>
  <dcterms:modified xsi:type="dcterms:W3CDTF">2025-01-01T00:00:00Z</dcterms:modified>
</cp:coreProperties>
</file>