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C294C1D0-E462-4C73-AF28-9D6A07B469C9}" vid="{A4DD84B1-9F8F-4891-BE4A-563C6E057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