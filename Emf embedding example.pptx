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3"/>
    <p:restoredTop sz="94711"/>
  </p:normalViewPr>
  <p:slideViewPr>
    <p:cSldViewPr snapToGrid="0">
      <p:cViewPr varScale="1">
        <p:scale>
          <a:sx n="98" d="100"/>
          <a:sy n="98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6418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29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1404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3544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5745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281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973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5144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150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240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582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2AEF7B-6BF7-6745-8144-07AAD9315912}" type="datetimeFigureOut">
              <a:rPr lang="en-NL" smtClean="0"/>
              <a:t>12/01/2026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7279738-A22E-B04E-8173-8824CB35B377}" type="slidenum">
              <a:rPr lang="en-NL" smtClean="0"/>
              <a:t>‹#›</a:t>
            </a:fld>
            <a:endParaRPr lang="en-N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5876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7A6E1B-A7F9-63AD-2757-C307A576E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202" y="1319893"/>
            <a:ext cx="3670300" cy="186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68E9B8-126B-E798-828F-22B83EEF9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86" y="1803219"/>
            <a:ext cx="36703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0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83C3C0-40C4-91B2-EA0C-8034CB0F3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205049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3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A07274D6-7EB8-8BA3-9399-2A61C4F782D6}"/>
              </a:ext>
            </a:extLst>
          </p:cNvPr>
          <p:cNvSpPr/>
          <p:nvPr/>
        </p:nvSpPr>
        <p:spPr>
          <a:xfrm>
            <a:off x="2120264" y="959395"/>
            <a:ext cx="2469605" cy="2469605"/>
          </a:xfrm>
          <a:custGeom>
            <a:avLst/>
            <a:gdLst>
              <a:gd name="connsiteX0" fmla="*/ 2469606 w 2469605"/>
              <a:gd name="connsiteY0" fmla="*/ 1234803 h 2469605"/>
              <a:gd name="connsiteX1" fmla="*/ 1234803 w 2469605"/>
              <a:gd name="connsiteY1" fmla="*/ 2469606 h 2469605"/>
              <a:gd name="connsiteX2" fmla="*/ 0 w 2469605"/>
              <a:gd name="connsiteY2" fmla="*/ 1234803 h 2469605"/>
              <a:gd name="connsiteX3" fmla="*/ 1234803 w 2469605"/>
              <a:gd name="connsiteY3" fmla="*/ 0 h 2469605"/>
              <a:gd name="connsiteX4" fmla="*/ 2469606 w 2469605"/>
              <a:gd name="connsiteY4" fmla="*/ 1234803 h 2469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605" h="2469605">
                <a:moveTo>
                  <a:pt x="2469606" y="1234803"/>
                </a:moveTo>
                <a:cubicBezTo>
                  <a:pt x="2469606" y="1916766"/>
                  <a:pt x="1916766" y="2469606"/>
                  <a:pt x="1234803" y="2469606"/>
                </a:cubicBezTo>
                <a:cubicBezTo>
                  <a:pt x="552840" y="2469606"/>
                  <a:pt x="0" y="1916766"/>
                  <a:pt x="0" y="1234803"/>
                </a:cubicBezTo>
                <a:cubicBezTo>
                  <a:pt x="0" y="552840"/>
                  <a:pt x="552840" y="0"/>
                  <a:pt x="1234803" y="0"/>
                </a:cubicBezTo>
                <a:cubicBezTo>
                  <a:pt x="1916766" y="0"/>
                  <a:pt x="2469606" y="552840"/>
                  <a:pt x="2469606" y="1234803"/>
                </a:cubicBezTo>
                <a:close/>
              </a:path>
            </a:pathLst>
          </a:custGeom>
          <a:solidFill>
            <a:srgbClr val="00FF00"/>
          </a:solidFill>
          <a:ln w="61722" cap="flat">
            <a:solidFill>
              <a:srgbClr val="00FF00"/>
            </a:solidFill>
            <a:prstDash val="solid"/>
            <a:miter/>
          </a:ln>
        </p:spPr>
        <p:txBody>
          <a:bodyPr rtlCol="0" anchor="ctr"/>
          <a:lstStyle/>
          <a:p>
            <a:endParaRPr lang="en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9CBBF4-1F0B-CE40-4CAC-7FDC2C3E6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598" y="694690"/>
            <a:ext cx="2734310" cy="27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2324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2 Widescreen 16:9">
  <a:themeElements>
    <a:clrScheme name="Design 2 Widescreen 16: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sign 2 Widescreen 16:9">
      <a:majorFont>
        <a:latin typeface="Inter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Inter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sign 2 Widescreen 16: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Supertheme-Badge</Template>
  <TotalTime>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Inter</vt:lpstr>
      <vt:lpstr>Design 2 Widescreen 16:9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Bram Alkema</dc:creator>
  <cp:lastModifiedBy>Bram Alkema</cp:lastModifiedBy>
  <cp:revision>2</cp:revision>
  <dcterms:created xsi:type="dcterms:W3CDTF">2026-01-12T15:50:19Z</dcterms:created>
  <dcterms:modified xsi:type="dcterms:W3CDTF">2026-01-12T15:57:02Z</dcterms:modified>
</cp:coreProperties>
</file>