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erverZoom="100" embedTrueTypeFonts="1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embeddedFontLst>
    <p:embeddedFont>
      <p:font typeface="Inter" panose="02000503000000020004" pitchFamily="2" charset="0"/>
      <p:regular r:id="rId3"/>
      <p:bold r:id="rId4"/>
      <p:italic r:id="rId5"/>
      <p:boldItalic r:id="rId6"/>
    </p:embeddedFont>
    <p:embeddedFont>
      <p:font typeface="Roboto Slab" pitchFamily="2" charset="0"/>
      <p:regular r:id="rId7"/>
      <p:bold r:id="rId8"/>
    </p:embeddedFont>
  </p:embeddedFontLst>
  <p:defaultTextStyle>
    <a:defPPr marL="0" marR="0" indent="0" algn="l" defTabSz="914400" rtl="0" eaLnBrk="1" fontAlgn="auto" latinLnBrk="0" hangingPunct="1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lang="en-US" sz="1800" b="0" i="0" u="none" strike="noStrike" kern="1200" cap="none" spc="0" normalizeH="0" baseline="0" noProof="0" dirty="0" smtClean="0">
        <a:ln>
          <a:noFill/>
        </a:ln>
        <a:solidFill>
          <a:schemeClr val="tx1"/>
        </a:solidFill>
        <a:effectLst/>
        <a:uLnTx/>
        <a:uFillTx/>
        <a:latin typeface="+mn-lt"/>
        <a:ea typeface="+mn-ea"/>
        <a:cs typeface="+mn-cs"/>
      </a:defRPr>
    </a:defPPr>
    <a:lvl1pPr marL="0" indent="0" algn="l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940675A-B579-460E-94D1-54222C63F5DA}">
  <a:tblStyle styleId="{5940675A-B579-460E-94D1-54222C63F5DA}" styleName="Professional">
    <a:wholeTbl>
      <a:tcTxStyle>
        <a:fontRef idx="minor">
          <a:schemeClr val="dk1"/>
        </a:fontRef>
      </a:tcTxStyle>
      <a:tcStyle>
        <a:tcBdr>
          <a:top>
            <a:ln w="8477" cap="flat" cmpd="sng" algn="ctr">
              <a:solidFill>
                <a:schemeClr val="dk1"/>
              </a:solidFill>
              <a:prstDash val="solid"/>
            </a:ln>
          </a:top>
          <a:bottom>
            <a:ln w="8477" cap="flat" cmpd="sng" algn="ctr">
              <a:solidFill>
                <a:schemeClr val="dk1"/>
              </a:solidFill>
              <a:prstDash val="solid"/>
            </a:ln>
          </a:bottom>
          <a:insideH>
            <a:ln w="8477" cap="flat" cmpd="sng" algn="ctr">
              <a:solidFill>
                <a:schemeClr val="dk1"/>
              </a:solidFill>
              <a:prstDash val="solid"/>
            </a:ln>
          </a:insideH>
          <a:insideV>
            <a:ln w="0"/>
          </a:insideV>
        </a:tcBdr>
      </a:tcStyle>
    </a:wholeTbl>
    <a:firstRow>
      <a:tcTxStyle b="on">
        <a:fontRef idx="minor">
          <a:schemeClr val="dk1"/>
        </a:fontRef>
      </a:tcTxStyle>
      <a:tcStyle>
        <a:tcBdr/>
        <a:fill>
          <a:solidFill>
            <a:schemeClr val="accent1">
              <a:tint val="7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8"/>
    <p:restoredTop sz="94628"/>
  </p:normalViewPr>
  <p:slideViewPr>
    <p:cSldViewPr snapToGrid="0">
      <p:cViewPr varScale="1">
        <p:scale>
          <a:sx n="96" d="100"/>
          <a:sy n="96" d="100"/>
        </p:scale>
        <p:origin x="176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6.fntdata"/><Relationship Id="rId3" Type="http://schemas.openxmlformats.org/officeDocument/2006/relationships/font" Target="fonts/font1.fntdata"/><Relationship Id="rId7" Type="http://schemas.openxmlformats.org/officeDocument/2006/relationships/font" Target="fonts/font5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11" Type="http://schemas.openxmlformats.org/officeDocument/2006/relationships/theme" Target="theme/theme1.xml"/><Relationship Id="rId5" Type="http://schemas.openxmlformats.org/officeDocument/2006/relationships/font" Target="fonts/font3.fntdata"/><Relationship Id="rId10" Type="http://schemas.openxmlformats.org/officeDocument/2006/relationships/viewProps" Target="viewProps.xml"/><Relationship Id="rId4" Type="http://schemas.openxmlformats.org/officeDocument/2006/relationships/font" Target="fonts/font2.fntdata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8800" y="558800"/>
            <a:ext cx="8026400" cy="1435100"/>
          </a:xfrm>
          <a:prstGeom prst="rect">
            <a:avLst/>
          </a:prstGeom>
        </p:spPr>
        <p:txBody>
          <a:bodyPr vert="horz" lIns="91440" tIns="45720" rIns="91440" bIns="45720" rtlCol="0" anchor="t"/>
          <a:lstStyle/>
          <a:p>
            <a:r>
              <a:rPr lang="en-GB"/>
              <a:t>Click to edit Master title style</a:t>
            </a:r>
            <a:endParaRPr lang="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8800" y="2063750"/>
            <a:ext cx="8026400" cy="2583180"/>
          </a:xfrm>
          <a:prstGeom prst="rect">
            <a:avLst/>
          </a:prstGeom>
        </p:spPr>
        <p:txBody>
          <a:bodyPr vert="horz" lIns="91440" tIns="45720" rIns="91440" bIns="45720" rtlCol="0" anchor="t"/>
          <a:lstStyle/>
          <a:p>
            <a:pPr lvl="0"/>
            <a:r>
              <a:rPr lang="US"/>
              <a:t>Click to edit Master text styles</a:t>
            </a:r>
          </a:p>
          <a:p>
            <a:pPr lvl="1"/>
            <a:r>
              <a:rPr lang="US"/>
              <a:t>Second level</a:t>
            </a:r>
          </a:p>
          <a:p>
            <a:pPr lvl="2"/>
            <a:r>
              <a:rPr lang="US"/>
              <a:t>Third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0" spc="-200">
          <a:solidFill>
            <a:schemeClr val="tx1"/>
          </a:solidFill>
          <a:latin typeface="+mj-lt"/>
          <a:ea typeface="Microsoft YaHei"/>
          <a:cs typeface="Arial"/>
        </a:defRPr>
      </a:lvl1pPr>
    </p:titleStyle>
    <p:bodyStyle>
      <a:lvl1pPr marL="139700" indent="0" algn="l" defTabSz="457200" rtl="0" eaLnBrk="1" latinLnBrk="0" hangingPunct="1">
        <a:spcBef>
          <a:spcPct val="20000"/>
        </a:spcBef>
        <a:buFont typeface="Symbol" pitchFamily="34" charset="0"/>
        <a:buChar char="•"/>
        <a:defRPr sz="3200" kern="0" spc="0">
          <a:solidFill>
            <a:schemeClr val="tx1"/>
          </a:solidFill>
          <a:latin typeface="+mn-lt"/>
          <a:ea typeface="Microsoft YaHei"/>
          <a:cs typeface="Arial"/>
        </a:defRPr>
      </a:lvl1pPr>
      <a:lvl2pPr marL="279400" indent="0" algn="l" defTabSz="457200" rtl="0" eaLnBrk="1" latinLnBrk="0" hangingPunct="1">
        <a:spcBef>
          <a:spcPct val="20000"/>
        </a:spcBef>
        <a:buFont typeface="Symbol" pitchFamily="34" charset="0"/>
        <a:buChar char="–"/>
        <a:defRPr sz="2800" kern="0" spc="0">
          <a:solidFill>
            <a:schemeClr val="tx1"/>
          </a:solidFill>
          <a:latin typeface="+mn-lt"/>
          <a:ea typeface="Microsoft YaHei"/>
          <a:cs typeface="Arial"/>
        </a:defRPr>
      </a:lvl2pPr>
      <a:lvl3pPr marL="419100" indent="0" algn="l" defTabSz="457200" rtl="0" eaLnBrk="1" latinLnBrk="0" hangingPunct="1">
        <a:spcBef>
          <a:spcPct val="20000"/>
        </a:spcBef>
        <a:buFont typeface="Symbol" pitchFamily="34" charset="0"/>
        <a:buChar char="·"/>
        <a:defRPr sz="2400" kern="0" spc="0">
          <a:solidFill>
            <a:schemeClr val="tx1"/>
          </a:solidFill>
          <a:latin typeface="+mn-lt"/>
          <a:ea typeface="Microsoft YaHei"/>
          <a:cs typeface="Arial"/>
        </a:defRPr>
      </a:lvl3pPr>
    </p:bodyStyle>
    <p:otherStyle>
      <a:defPPr>
        <a:defRPr lang="US"/>
      </a:defPPr>
      <a:lvl1pPr marL="0" algn="l" defTabSz="457200" rtl="0" eaLnBrk="1" latinLnBrk="0" hangingPunct="1">
        <a:defRPr sz="1238" kern="0">
          <a:solidFill>
            <a:schemeClr val="tx1"/>
          </a:solidFill>
          <a:latin typeface="Inter"/>
          <a:ea typeface="Microsoft YaHei"/>
          <a:cs typeface="Arial"/>
        </a:defRPr>
      </a:lvl1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acme Template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Sample slide content</a:t>
            </a:r>
          </a:p>
        </p:txBody>
      </p:sp>
      <p:pic>
        <p:nvPicPr>
          <p:cNvPr id="4" name="EMF Picture"/>
          <p:cNvPicPr/>
          <p:nvPr/>
        </p:nvPicPr>
        <p:blipFill>
          <a:blip r:embed="rId2"/>
          <a:srcRect/>
          <a:stretch/>
        </p:blipFill>
        <p:spPr>
          <a:xfrm>
            <a:off x="1000000" y="1449290"/>
            <a:ext cx="1828800" cy="9302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okenMoulds">
  <a:themeElements>
    <a:clrScheme name="TokenMoulds Colors">
      <a:dk1>
        <a:srgbClr val="000000"/>
      </a:dk1>
      <a:lt1>
        <a:srgbClr val="FFFFFF"/>
      </a:lt1>
      <a:dk2>
        <a:srgbClr val="3A4E78"/>
      </a:dk2>
      <a:lt2>
        <a:srgbClr val="D3D7DE"/>
      </a:lt2>
      <a:accent1>
        <a:srgbClr val="2563EB"/>
      </a:accent1>
      <a:accent2>
        <a:srgbClr val="DC2626"/>
      </a:accent2>
      <a:accent3>
        <a:srgbClr val="82A6F4"/>
      </a:accent3>
      <a:accent4>
        <a:srgbClr val="EA7E7E"/>
      </a:accent4>
      <a:accent5>
        <a:srgbClr val="0E3B9C"/>
      </a:accent5>
      <a:accent6>
        <a:srgbClr val="861616"/>
      </a:accent6>
      <a:hlink>
        <a:srgbClr val="1043B3"/>
      </a:hlink>
      <a:folHlink>
        <a:srgbClr val="0C3284"/>
      </a:folHlink>
    </a:clrScheme>
    <a:fontScheme name="TokenMoulds Fonts">
      <a:majorFont>
        <a:latin typeface="Roboto Slab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TokenMoulds</Template>
  <TotalTime>4</TotalTime>
  <Words>5</Words>
  <Application>Microsoft Macintosh PowerPoint</Application>
  <DocSecurity>0</DocSecurity>
  <PresentationFormat>On-screen Show (4:3)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Inter</vt:lpstr>
      <vt:lpstr>Roboto Slab</vt:lpstr>
      <vt:lpstr>Symbol</vt:lpstr>
      <vt:lpstr>TokenMoulds</vt:lpstr>
      <vt:lpstr>acme Template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Bram Alkema</dc:creator>
  <cp:lastModifiedBy>Bram Alkema</cp:lastModifiedBy>
  <cp:revision>1</cp:revision>
  <dcterms:created xsi:type="dcterms:W3CDTF">2026-01-12T19:34:48Z</dcterms:created>
  <dcterms:modified xsi:type="dcterms:W3CDTF">2026-01-12T19:38:55Z</dcterms:modified>
</cp:coreProperties>
</file>