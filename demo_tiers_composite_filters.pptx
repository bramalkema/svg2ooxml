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1"/>
  </p:normalViewPr>
  <p:slideViewPr>
    <p:cSldViewPr snapToGrid="0">
      <p:cViewPr varScale="1">
        <p:scale>
          <a:sx n="98" d="100"/>
          <a:sy n="98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7620000" cy="5715000"/>
          <a:chOff x="0" y="0"/>
          <a:chExt cx="7620000" cy="571500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4" name="Text 4"/>
          <p:cNvSpPr/>
          <p:nvPr/>
        </p:nvSpPr>
        <p:spPr>
          <a:xfrm>
            <a:off x="1524000" y="2156557"/>
            <a:ext cx="138385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in</a:t>
            </a:r>
          </a:p>
        </p:txBody>
      </p:sp>
      <p:sp>
        <p:nvSpPr>
          <p:cNvPr id="5" name="Shape 5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6" name="Text 6"/>
          <p:cNvSpPr/>
          <p:nvPr/>
        </p:nvSpPr>
        <p:spPr>
          <a:xfrm>
            <a:off x="3429000" y="2156557"/>
            <a:ext cx="247166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out</a:t>
            </a:r>
          </a:p>
        </p:txBody>
      </p:sp>
      <p:sp>
        <p:nvSpPr>
          <p:cNvPr id="7" name="Shape 7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8" name="Text 8"/>
          <p:cNvSpPr/>
          <p:nvPr/>
        </p:nvSpPr>
        <p:spPr>
          <a:xfrm>
            <a:off x="5334000" y="2156557"/>
            <a:ext cx="346050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atop</a:t>
            </a:r>
          </a:p>
        </p:txBody>
      </p:sp>
      <p:sp>
        <p:nvSpPr>
          <p:cNvPr id="9" name="Shape 9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10" name="Text 10"/>
          <p:cNvSpPr/>
          <p:nvPr/>
        </p:nvSpPr>
        <p:spPr>
          <a:xfrm>
            <a:off x="2476500" y="4537807"/>
            <a:ext cx="345877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7620000" cy="5715000"/>
          <a:chOff x="0" y="0"/>
          <a:chExt cx="7620000" cy="571500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4" name="Text 4"/>
          <p:cNvSpPr/>
          <p:nvPr/>
        </p:nvSpPr>
        <p:spPr>
          <a:xfrm>
            <a:off x="1524000" y="2156557"/>
            <a:ext cx="138385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in</a:t>
            </a:r>
          </a:p>
        </p:txBody>
      </p:sp>
      <p:sp>
        <p:nvSpPr>
          <p:cNvPr id="5" name="Shape 5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6" name="Text 6"/>
          <p:cNvSpPr/>
          <p:nvPr/>
        </p:nvSpPr>
        <p:spPr>
          <a:xfrm>
            <a:off x="3429000" y="2156557"/>
            <a:ext cx="247166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out</a:t>
            </a:r>
          </a:p>
        </p:txBody>
      </p:sp>
      <p:sp>
        <p:nvSpPr>
          <p:cNvPr id="7" name="Shape 7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8" name="Text 8"/>
          <p:cNvSpPr/>
          <p:nvPr/>
        </p:nvSpPr>
        <p:spPr>
          <a:xfrm>
            <a:off x="5334000" y="2156557"/>
            <a:ext cx="346050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atop</a:t>
            </a:r>
          </a:p>
        </p:txBody>
      </p:sp>
      <p:sp>
        <p:nvSpPr>
          <p:cNvPr id="9" name="Shape 9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10" name="Text 10"/>
          <p:cNvSpPr/>
          <p:nvPr/>
        </p:nvSpPr>
        <p:spPr>
          <a:xfrm>
            <a:off x="2476500" y="4537807"/>
            <a:ext cx="345877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7620000" cy="5715000"/>
          <a:chOff x="0" y="0"/>
          <a:chExt cx="7620000" cy="571500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4" name="Text 4"/>
          <p:cNvSpPr/>
          <p:nvPr/>
        </p:nvSpPr>
        <p:spPr>
          <a:xfrm>
            <a:off x="1524000" y="2156557"/>
            <a:ext cx="138385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in</a:t>
            </a:r>
          </a:p>
        </p:txBody>
      </p:sp>
      <p:sp>
        <p:nvSpPr>
          <p:cNvPr id="5" name="Shape 5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6" name="Text 6"/>
          <p:cNvSpPr/>
          <p:nvPr/>
        </p:nvSpPr>
        <p:spPr>
          <a:xfrm>
            <a:off x="3429000" y="2156557"/>
            <a:ext cx="247166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/>
              <a:t>out</a:t>
            </a:r>
          </a:p>
        </p:txBody>
      </p:sp>
      <p:sp>
        <p:nvSpPr>
          <p:cNvPr id="7" name="Shape 7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8" name="Text 8"/>
          <p:cNvSpPr/>
          <p:nvPr/>
        </p:nvSpPr>
        <p:spPr>
          <a:xfrm>
            <a:off x="5334000" y="2156557"/>
            <a:ext cx="346050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/>
              <a:t>atop</a:t>
            </a:r>
          </a:p>
        </p:txBody>
      </p:sp>
      <p:sp>
        <p:nvSpPr>
          <p:cNvPr id="9" name="Shape 9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effectLst/>
        </p:spPr>
      </p:sp>
      <p:sp>
        <p:nvSpPr>
          <p:cNvPr id="10" name="Text 10"/>
          <p:cNvSpPr/>
          <p:nvPr/>
        </p:nvSpPr>
        <p:spPr>
          <a:xfrm>
            <a:off x="2476500" y="4537807"/>
            <a:ext cx="345877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/>
              <a:t>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7620000" cy="5715000"/>
          <a:chOff x="0" y="0"/>
          <a:chExt cx="7620000" cy="571500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4" name="Text 4"/>
          <p:cNvSpPr/>
          <p:nvPr/>
        </p:nvSpPr>
        <p:spPr>
          <a:xfrm>
            <a:off x="1524000" y="2156557"/>
            <a:ext cx="138385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in</a:t>
            </a:r>
          </a:p>
        </p:txBody>
      </p:sp>
      <p:sp>
        <p:nvSpPr>
          <p:cNvPr id="5" name="Shape 5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3429000" y="2156557"/>
            <a:ext cx="247166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out</a:t>
            </a:r>
          </a:p>
        </p:txBody>
      </p:sp>
      <p:sp>
        <p:nvSpPr>
          <p:cNvPr id="7" name="Shape 7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8" name="Text 8"/>
          <p:cNvSpPr/>
          <p:nvPr/>
        </p:nvSpPr>
        <p:spPr>
          <a:xfrm>
            <a:off x="5334000" y="2156557"/>
            <a:ext cx="346050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atop</a:t>
            </a:r>
          </a:p>
        </p:txBody>
      </p:sp>
      <p:sp>
        <p:nvSpPr>
          <p:cNvPr id="9" name="Shape 9"/>
          <p:cNvSpPr/>
          <p:nvPr/>
        </p:nvSpPr>
        <p:spPr>
          <a:xfrm>
            <a:off x="95250" y="95250"/>
            <a:ext cx="952500" cy="9525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2476500" y="4537807"/>
            <a:ext cx="345877" cy="21336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/>
              <a:t>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DocSecurity>0</DocSecurity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2026-01-12T13:34:22Z</dcterms:modified>
</cp:coreProperties>
</file>