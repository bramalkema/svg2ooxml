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/>
    <p:restoredTop sz="94628"/>
  </p:normalViewPr>
  <p:slideViewPr>
    <p:cSldViewPr snapToGrid="0">
      <p:cViewPr varScale="1">
        <p:scale>
          <a:sx n="98" d="100"/>
          <a:sy n="98" d="100"/>
        </p:scale>
        <p:origin x="4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717D-18FB-56FB-34A2-02BF48181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81670-AFF1-4786-499C-07426CBDA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1758E-DE06-7B65-4704-AEBB7471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76393-6C07-AF42-BDDA-5174ABF6725A}" type="datetimeFigureOut">
              <a:rPr lang="en-NL" smtClean="0"/>
              <a:t>13/01/2026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090EF-C12C-2D84-4A46-934B0765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53558-60AA-4858-694D-C4610D9C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4C76-B2C5-4B40-94F0-1106060588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10575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FFBE0-EF82-CF58-8907-4BBC04F5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BEFF1-9109-7D71-A3B9-515AA4CC2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B9909-D96B-6DFA-07A3-21A73DCDA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76393-6C07-AF42-BDDA-5174ABF6725A}" type="datetimeFigureOut">
              <a:rPr lang="en-NL" smtClean="0"/>
              <a:t>13/01/2026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7F9D-BD18-89F2-5C7C-4800FE68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C8ED6-DFF0-BB2F-1032-018C9C140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4C76-B2C5-4B40-94F0-1106060588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27556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9BA68-B16E-23BC-8808-A84FE0C3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7AE07-816C-AB4C-0E0E-0DEDD2CD6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BECA4-86CC-C631-C179-651C5C94E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76393-6C07-AF42-BDDA-5174ABF6725A}" type="datetimeFigureOut">
              <a:rPr lang="en-NL" smtClean="0"/>
              <a:t>13/01/2026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4492F-1469-7E36-8137-F5FB8354D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89EE5-D256-080B-099F-91562337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4C76-B2C5-4B40-94F0-1106060588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99190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E917B-633A-3E98-B178-F7BB3AE95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4FF26-02A4-60CD-10EA-F2D997792B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22703-5B96-0EF5-4918-70156357A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F91D0-2DA9-64B3-09F4-97E25925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76393-6C07-AF42-BDDA-5174ABF6725A}" type="datetimeFigureOut">
              <a:rPr lang="en-NL" smtClean="0"/>
              <a:t>13/01/2026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C1F22-4B63-5411-EEF1-EC72862E7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AC705-4289-BB8A-2E91-82B1EA3B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4C76-B2C5-4B40-94F0-1106060588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23420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871BB-D809-AD19-1D43-0E0C958FE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73853-0993-6054-A778-6940029C3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A8A48-1786-1EB4-7B50-29DF125A6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549060-F85A-2E48-BCDD-1FF196FBD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BD7C05-9460-AD8C-5F6A-1D601116E0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32BD6D-F096-1E2A-2140-9A5A35D3A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76393-6C07-AF42-BDDA-5174ABF6725A}" type="datetimeFigureOut">
              <a:rPr lang="en-NL" smtClean="0"/>
              <a:t>13/01/2026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38DBC2-7065-ADF6-4622-6BB80881E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505921-A927-01A5-5C00-33E86806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4C76-B2C5-4B40-94F0-1106060588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97290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701AC-453A-39DB-CD67-073A221D5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980194-BC67-007A-FE19-D8DE94644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76393-6C07-AF42-BDDA-5174ABF6725A}" type="datetimeFigureOut">
              <a:rPr lang="en-NL" smtClean="0"/>
              <a:t>13/01/2026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52AC1D-DEAE-2B04-A6D3-2B8BC07A8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9C3B7-91D1-17E6-6B36-11E6A81B6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4C76-B2C5-4B40-94F0-1106060588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65340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D21C10-5D50-BB63-FDB1-D19F6E74B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76393-6C07-AF42-BDDA-5174ABF6725A}" type="datetimeFigureOut">
              <a:rPr lang="en-NL" smtClean="0"/>
              <a:t>13/01/2026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30AC6F-B44E-150C-8E2D-1F9C367AD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51659-EBAE-7F3A-3286-1B1FAEE9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4C76-B2C5-4B40-94F0-1106060588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1848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DE77B-2F60-06D6-BDBD-7F28D63EF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258FF-BEAA-A8F5-A6A7-434E7FE23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CA8837-EE7B-BB09-D12B-542F4EE31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60C52-EF1E-0538-44EE-C43B9304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76393-6C07-AF42-BDDA-5174ABF6725A}" type="datetimeFigureOut">
              <a:rPr lang="en-NL" smtClean="0"/>
              <a:t>13/01/2026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5EFF9-29D8-80ED-BC6A-1DEF90227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26A92-D3F8-5622-CF5D-4D396F3C2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4C76-B2C5-4B40-94F0-1106060588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4339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E586D-2C76-66C4-7249-5BA2BF974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6FDAB5-590F-3448-DCCC-40F47583B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F9395-E001-E7C8-EB57-63A7E3A31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C5433-3AB7-6738-4088-282552350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76393-6C07-AF42-BDDA-5174ABF6725A}" type="datetimeFigureOut">
              <a:rPr lang="en-NL" smtClean="0"/>
              <a:t>13/01/2026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183FF-F288-D814-C086-796F6B05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06084-C346-BAE2-CCDC-56F25E12D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4C76-B2C5-4B40-94F0-1106060588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64473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2E257-4E63-A619-7B9E-213CC36AD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9D6A1-D036-089B-5A1C-F9BF245D8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55F2E-4165-74A6-BE3C-652CA47A1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76393-6C07-AF42-BDDA-5174ABF6725A}" type="datetimeFigureOut">
              <a:rPr lang="en-NL" smtClean="0"/>
              <a:t>13/01/2026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AFB43-EE16-5F2B-3827-5078D9FF1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70325-A170-5B30-247B-4E6E188D6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4C76-B2C5-4B40-94F0-1106060588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01333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E33C36-36D6-D38F-A868-055238F6F9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D220C3-41F6-EB36-C5C1-4D4C75616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3F0D6-83E1-6E5D-FBF0-0D2F590FC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76393-6C07-AF42-BDDA-5174ABF6725A}" type="datetimeFigureOut">
              <a:rPr lang="en-NL" smtClean="0"/>
              <a:t>13/01/2026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7B73B-9FD1-BCAB-F1A7-823A8E011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F2357-0D8E-E0EF-6790-CA661978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4C76-B2C5-4B40-94F0-1106060588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74056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30CFF8-D93A-2BDE-2940-8C0BA2A02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DE8A1-D41E-79A5-4412-D66BEE62D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7B54A-6961-A17B-CE62-FB18948A40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76393-6C07-AF42-BDDA-5174ABF6725A}" type="datetimeFigureOut">
              <a:rPr lang="en-NL" smtClean="0"/>
              <a:t>13/01/2026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9E2A8-E5DB-D32B-4CFA-48731A1C3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6DCB9-78F6-CA3F-9021-FDF663739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304C76-B2C5-4B40-94F0-1106060588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72833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13F47-40FA-352A-0A9B-E2A0DF00F2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06432-E2D2-56EC-560F-3BC134915B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EB64E-EF49-2EB7-5420-B26C35B4A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312" y="874169"/>
            <a:ext cx="4274820" cy="427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719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Bram Alkema</dc:creator>
  <cp:lastModifiedBy>Bram Alkema</cp:lastModifiedBy>
  <cp:revision>1</cp:revision>
  <dcterms:created xsi:type="dcterms:W3CDTF">2026-01-12T23:20:30Z</dcterms:created>
  <dcterms:modified xsi:type="dcterms:W3CDTF">2026-01-12T23:23:12Z</dcterms:modified>
</cp:coreProperties>
</file>