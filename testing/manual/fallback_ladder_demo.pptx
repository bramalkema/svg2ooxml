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4762500" cy="381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Relationship Id="rIdEmfFilter1" Type="http://schemas.openxmlformats.org/officeDocument/2006/relationships/image" Target="../media/emf_13b009fd_914400x609600.emf"/></Relationships>
</file>

<file path=ppt/slides/_rels/slide4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 standalone="yes"?>
<p:sld
      
      >
    <p:cSld>
        <p:spTree>
            <p:nvGrpSpPr>
                <p:cNvPr id="1" name=""/>
                <p:cNvGrpSpPr/>
                <p:nvPr/>
            </p:nvGrpSpPr>
            <p:grpSpPr>
                <a:xfrm>
                    <a:off x="0" y="0"/>
                    <a:ext cx="4762500" cy="3810000"/>
                    <a:chOff x="0" y="0"/>
                    <a:chExt cx="4762500" cy="3810000"/>
                </a:xfrm>
            </p:grpSpPr>
            <p:sp>
    <p:nvSpPr>
        <p:cNvPr id="2" name="Rectangle 2"></p:cNvPr>
        <p:cNvSpPr/>
        <p:nvPr/>
    </p:nvSpPr>
    <p:spPr>
        <a:xfrm>
            <a:off x="0" y="0"/>
            <a:ext cx="9525" cy="9525"/>
        </a:xfrm>
        <a:prstGeom prst="rect">
        <a:avLst/>
    </a:prstGeom>
        <a:solidFill><a:srgbClr val="FFFFFF"/></a:solidFill>
        <a:ln><a:noFill/></a:ln>
    </p:spPr>
    <p:txBody>
        <a:bodyPr/>
        <a:lstStyle/>
        <a:p>
            <a:endParaRPr/>
        </a:p>
    </p:txBody>
</p:sp>

            <p:sp>
    <p:nvSpPr>
        <p:cNvPr id="3" name="Rectangle 3"></p:cNvPr>
        <p:cNvSpPr/>
        <p:nvPr/>
    </p:nvSpPr>
    <p:spPr>
        <a:xfrm>
            <a:off x="476250" y="476250"/>
            <a:ext cx="952500" cy="952500"/>
        </a:xfrm>
        <a:prstGeom prst="rect">
        <a:avLst/>
    </a:prstGeom>
        <a:solidFill><a:srgbClr val="0000FF"/></a:solidFill>
        <a:ln><a:noFill/></a:ln>
    </p:spPr>
    <p:txBody>
        <a:bodyPr/>
        <a:lstStyle/>
        <a:p>
            <a:endParaRPr/>
        </a:p>
    </p:txBody>
</p:sp>

            <p:sp>
    <p:nvSpPr>
        <p:cNvPr id="4" name="Path 4 (allow_bitmap_fallback=True, allow_custom_dash=True, allow_emf_fallback=True, conservative_clipping=False, force_bitmap=False, force_emf=False, geometry_mode=resvg, max_bitmap_area=1500000, max_bitmap_side=2048, max_complexity=0.8, max_complexity_ratio=0.8, max_complexity_score=100, max_dash_segments=16, max_miter_limit=10.0, max_segments=1000, max_stroke_width=100.0, min_dash_segment_pct=0.01, prefer_dash_presets=True, quality=balanced, respect_dashoffset=True, simplify_paths=True)"></p:cNvPr>
        <p:cNvSpPr/>
        <p:nvPr/>
    </p:nvSpPr>
    <p:spPr>
        <a:xfrm>
            <a:off x="1905000" y="476250"/>
            <a:ext cx="857250" cy="95250"/>
        </a:xfrm>
        <a:custGeom><a:avLst/><a:gdLst/><a:ahLst/><a:cxnLst/><a:pathLst><a:path w="857250" h="95250" fill="none" stroke="true"><a:moveTo><a:pt x="0" y="0"/></a:moveTo><a:lnTo><a:pt x="95250" y="95250"/></a:lnTo><a:lnTo><a:pt x="190500" y="0"/></a:lnTo><a:lnTo><a:pt x="285750" y="95250"/></a:lnTo><a:lnTo><a:pt x="381000" y="0"/></a:lnTo><a:lnTo><a:pt x="476250" y="95250"/></a:lnTo><a:lnTo><a:pt x="571500" y="0"/></a:lnTo><a:lnTo><a:pt x="666750" y="95250"/></a:lnTo><a:lnTo><a:pt x="762000" y="0"/></a:lnTo><a:lnTo><a:pt x="857250" y="95250"/></a:lnTo></a:path></a:pathLst></a:custGeom>
        <a:noFill/>
        <a:ln w="47625" cap="flat"><a:solidFill><a:srgbClr val="008000"/></a:solidFill><a:miter lim="4000"/></a:ln>
    </p:spPr>
</p:sp>

            <p:sp>
    <p:nvSpPr>
        <p:cNvPr id="5" name="Rectangle 5"></p:cNvPr>
        <p:cNvSpPr/>
        <p:nvPr/>
    </p:nvSpPr>
    <p:spPr>
        <a:xfrm>
            <a:off x="476250" y="1905000"/>
            <a:ext cx="952500" cy="952500"/>
        </a:xfrm>
        <a:prstGeom prst="rect">
        <a:avLst/>
    </a:prstGeom>
        <a:solidFill><a:srgbClr val="FF0000"/></a:solidFill>
        <a:ln><a:noFill/></a:ln>
        <a:effectLst><a:softEdge rad="95250"/></a:effectLst>
    </p:spPr>
    <p:txBody>
        <a:bodyPr/>
        <a:lstStyle/>
        <a:p>
            <a:endParaRPr/>
        </a:p>
    </p:txBody>
</p:sp>

            <p:sp
     >
    <p:nvSpPr>
        <p:cNvPr id="6" name="Text 6"></p:cNvPr>
        <p:cNvSpPr/>
        <p:nvPr/>
    </p:nvSpPr>
    <p:spPr>
        <a:xfrm>
            <a:off x="1905000" y="2076450"/>
            <a:ext cx="1600200" cy="571500"/>
        </a:xfrm>
        <a:prstGeom prst="rect">
            <a:avLst/>
        </a:prstGeom>
        <a:noFill/>

    </p:spPr>
    <p:txBody>
        <a:bodyPr wrap="none" lIns="0" tIns="0" rIns="0" bIns="0" anchor="t">
        </a:bodyPr>
        <a:lstStyle/>
        <a:p>
            <a:pPr algn="l"/>
            <a:r><a:rPr sz="3000"><a:ln w="19050"><a:solidFill><a:srgbClr val="000000"/></a:solidFill></a:ln><a:solidFill><a:srgbClr val="FFFF00"/></a:solidFill><a:latin typeface="Arial"/><a:ea typeface="Arial"/><a:cs typeface="Arial"/></a:rPr><a:t>OUTLINE</a:t></a:r>
            <a:endParaRPr/>
        </a:p>
    </p:txBody>
</p:sp>

        </p:spTree>
    </p:cSld>
    <p:clrMapOvr>
        <a:masterClrMapping/>
    </p:clrMapOvr>
</p:sld>
</file>

<file path=ppt/slides/slide2.xml><?xml version="1.0" encoding="UTF-8" standalone="yes"?>
<p:sld
      
      >
    <p:cSld>
        <p:spTree>
            <p:nvGrpSpPr>
                <p:cNvPr id="1" name=""/>
                <p:cNvGrpSpPr/>
                <p:nvPr/>
            </p:nvGrpSpPr>
            <p:grpSpPr>
                <a:xfrm>
                    <a:off x="0" y="0"/>
                    <a:ext cx="4762500" cy="3810000"/>
                    <a:chOff x="0" y="0"/>
                    <a:chExt cx="4762500" cy="3810000"/>
                </a:xfrm>
            </p:grpSpPr>
            <p:sp>
    <p:nvSpPr>
        <p:cNvPr id="2" name="Rectangle 2"></p:cNvPr>
        <p:cNvSpPr/>
        <p:nvPr/>
    </p:nvSpPr>
    <p:spPr>
        <a:xfrm>
            <a:off x="0" y="0"/>
            <a:ext cx="9525" cy="9525"/>
        </a:xfrm>
        <a:prstGeom prst="rect">
        <a:avLst/>
    </a:prstGeom>
        <a:solidFill><a:srgbClr val="FFFFFF"/></a:solidFill>
        <a:ln><a:noFill/></a:ln>
    </p:spPr>
    <p:txBody>
        <a:bodyPr/>
        <a:lstStyle/>
        <a:p>
            <a:endParaRPr/>
        </a:p>
    </p:txBody>
</p:sp>

            <p:sp>
    <p:nvSpPr>
        <p:cNvPr id="3" name="Rectangle 3"></p:cNvPr>
        <p:cNvSpPr/>
        <p:nvPr/>
    </p:nvSpPr>
    <p:spPr>
        <a:xfrm>
            <a:off x="476250" y="476250"/>
            <a:ext cx="952500" cy="952500"/>
        </a:xfrm>
        <a:prstGeom prst="rect">
        <a:avLst/>
    </a:prstGeom>
        <a:solidFill><a:srgbClr val="0000FF"/></a:solidFill>
        <a:ln><a:noFill/></a:ln>
    </p:spPr>
    <p:txBody>
        <a:bodyPr/>
        <a:lstStyle/>
        <a:p>
            <a:endParaRPr/>
        </a:p>
    </p:txBody>
</p:sp>

            <p:sp>
    <p:nvSpPr>
        <p:cNvPr id="4" name="Path 4 (allow_bitmap_fallback=True, allow_custom_dash=True, allow_emf_fallback=True, conservative_clipping=False, force_bitmap=False, force_emf=False, geometry_mode=resvg, max_bitmap_area=1500000, max_bitmap_side=2048, max_complexity=0.8, max_complexity_ratio=0.8, max_complexity_score=100, max_dash_segments=16, max_miter_limit=10.0, max_segments=1000, max_stroke_width=100.0, min_dash_segment_pct=0.01, prefer_dash_presets=True, quality=balanced, respect_dashoffset=True, simplify_paths=True)"></p:cNvPr>
        <p:cNvSpPr/>
        <p:nvPr/>
    </p:nvSpPr>
    <p:spPr>
        <a:xfrm>
            <a:off x="1905000" y="476250"/>
            <a:ext cx="857250" cy="95250"/>
        </a:xfrm>
        <a:custGeom><a:avLst/><a:gdLst/><a:ahLst/><a:cxnLst/><a:pathLst><a:path w="857250" h="95250" fill="none" stroke="true"><a:moveTo><a:pt x="0" y="0"/></a:moveTo><a:lnTo><a:pt x="95250" y="95250"/></a:lnTo><a:lnTo><a:pt x="190500" y="0"/></a:lnTo><a:lnTo><a:pt x="285750" y="95250"/></a:lnTo><a:lnTo><a:pt x="381000" y="0"/></a:lnTo><a:lnTo><a:pt x="476250" y="95250"/></a:lnTo><a:lnTo><a:pt x="571500" y="0"/></a:lnTo><a:lnTo><a:pt x="666750" y="95250"/></a:lnTo><a:lnTo><a:pt x="762000" y="0"/></a:lnTo><a:lnTo><a:pt x="857250" y="95250"/></a:lnTo></a:path></a:pathLst></a:custGeom>
        <a:noFill/>
        <a:ln w="47625" cap="flat"><a:solidFill><a:srgbClr val="008000"/></a:solidFill><a:miter lim="4000"/></a:ln>
    </p:spPr>
</p:sp>

            <p:sp>
    <p:nvSpPr>
        <p:cNvPr id="5" name="Rectangle 5"></p:cNvPr>
        <p:cNvSpPr/>
        <p:nvPr/>
    </p:nvSpPr>
    <p:spPr>
        <a:xfrm>
            <a:off x="476250" y="1905000"/>
            <a:ext cx="952500" cy="952500"/>
        </a:xfrm>
        <a:prstGeom prst="rect">
        <a:avLst/>
    </a:prstGeom>
        <a:solidFill><a:srgbClr val="FF0000"/></a:solidFill>
        <a:ln><a:noFill/></a:ln>
        <a:effectLst><a:softEdge rad="95250"/></a:effectLst>
    </p:spPr>
    <p:txBody>
        <a:bodyPr/>
        <a:lstStyle/>
        <a:p>
            <a:endParaRPr/>
        </a:p>
    </p:txBody>
</p:sp>

            <p:sp
     >
    <p:nvSpPr>
        <p:cNvPr id="6" name="Text 6"></p:cNvPr>
        <p:cNvSpPr/>
        <p:nvPr/>
    </p:nvSpPr>
    <p:spPr>
        <a:xfrm>
            <a:off x="1905000" y="2076450"/>
            <a:ext cx="1600200" cy="571500"/>
        </a:xfrm>
        <a:prstGeom prst="rect">
            <a:avLst/>
        </a:prstGeom>
        <a:noFill/>

    </p:spPr>
    <p:txBody>
        <a:bodyPr wrap="none" lIns="0" tIns="0" rIns="0" bIns="0" anchor="t">
        </a:bodyPr>
        <a:lstStyle/>
        <a:p>
            <a:pPr algn="l"/>
            <a:r><a:rPr sz="3000"><a:ln w="19050"><a:solidFill><a:srgbClr val="000000"/></a:solidFill></a:ln><a:solidFill><a:srgbClr val="FFFF00"/></a:solidFill><a:latin typeface="Arial"/><a:ea typeface="Arial"/><a:cs typeface="Arial"/></a:rPr><a:t>OUTLINE</a:t></a:r>
            <a:endParaRPr/>
        </a:p>
    </p:txBody>
</p:sp>

        </p:spTree>
    </p:cSld>
    <p:clrMapOvr>
        <a:masterClrMapping/>
    </p:clrMapOvr>
</p:sld>
</file>

<file path=ppt/slides/slide3.xml><?xml version="1.0" encoding="UTF-8" standalone="yes"?>
<p:sld
      
      >
    <p:cSld>
        <p:spTree>
            <p:nvGrpSpPr>
                <p:cNvPr id="1" name=""/>
                <p:cNvGrpSpPr/>
                <p:nvPr/>
            </p:nvGrpSpPr>
            <p:grpSpPr>
                <a:xfrm>
                    <a:off x="0" y="0"/>
                    <a:ext cx="4762500" cy="3810000"/>
                    <a:chOff x="0" y="0"/>
                    <a:chExt cx="4762500" cy="3810000"/>
                </a:xfrm>
            </p:grpSpPr>
            <p:sp>
    <p:nvSpPr>
        <p:cNvPr id="2" name="Rectangle 2"></p:cNvPr>
        <p:cNvSpPr/>
        <p:nvPr/>
    </p:nvSpPr>
    <p:spPr>
        <a:xfrm>
            <a:off x="0" y="0"/>
            <a:ext cx="9525" cy="9525"/>
        </a:xfrm>
        <a:prstGeom prst="rect">
        <a:avLst/>
    </a:prstGeom>
        <a:solidFill><a:srgbClr val="FFFFFF"/></a:solidFill>
        <a:ln><a:noFill/></a:ln>
    </p:spPr>
    <p:txBody>
        <a:bodyPr/>
        <a:lstStyle/>
        <a:p>
            <a:endParaRPr/>
        </a:p>
    </p:txBody>
</p:sp>

            <p:sp>
    <p:nvSpPr>
        <p:cNvPr id="3" name="Rectangle 3"></p:cNvPr>
        <p:cNvSpPr/>
        <p:nvPr/>
    </p:nvSpPr>
    <p:spPr>
        <a:xfrm>
            <a:off x="476250" y="476250"/>
            <a:ext cx="952500" cy="952500"/>
        </a:xfrm>
        <a:prstGeom prst="rect">
        <a:avLst/>
    </a:prstGeom>
        <a:solidFill><a:srgbClr val="0000FF"/></a:solidFill>
        <a:ln><a:noFill/></a:ln>
    </p:spPr>
    <p:txBody>
        <a:bodyPr/>
        <a:lstStyle/>
        <a:p>
            <a:endParaRPr/>
        </a:p>
    </p:txBody>
</p:sp>

            <p:sp>
    <p:nvSpPr>
        <p:cNvPr id="4" name="Path 4 (allow_bitmap_fallback=True, allow_custom_dash=True, allow_emf_fallback=True, conservative_clipping=False, force_bitmap=False, force_emf=False, geometry_mode=resvg, max_bitmap_area=1500000, max_bitmap_side=2048, max_complexity=0.8, max_complexity_ratio=0.8, max_complexity_score=100, max_dash_segments=16, max_miter_limit=10.0, max_segments=1000, max_stroke_width=100.0, min_dash_segment_pct=0.01, prefer_dash_presets=True, quality=balanced, respect_dashoffset=True, simplify_paths=True)"></p:cNvPr>
        <p:cNvSpPr/>
        <p:nvPr/>
    </p:nvSpPr>
    <p:spPr>
        <a:xfrm>
            <a:off x="1905000" y="476250"/>
            <a:ext cx="857250" cy="95250"/>
        </a:xfrm>
        <a:custGeom><a:avLst/><a:gdLst/><a:ahLst/><a:cxnLst/><a:pathLst><a:path w="857250" h="95250" fill="none" stroke="true"><a:moveTo><a:pt x="0" y="0"/></a:moveTo><a:lnTo><a:pt x="95250" y="95250"/></a:lnTo><a:lnTo><a:pt x="190500" y="0"/></a:lnTo><a:lnTo><a:pt x="285750" y="95250"/></a:lnTo><a:lnTo><a:pt x="381000" y="0"/></a:lnTo><a:lnTo><a:pt x="476250" y="95250"/></a:lnTo><a:lnTo><a:pt x="571500" y="0"/></a:lnTo><a:lnTo><a:pt x="666750" y="95250"/></a:lnTo><a:lnTo><a:pt x="762000" y="0"/></a:lnTo><a:lnTo><a:pt x="857250" y="95250"/></a:lnTo></a:path></a:pathLst></a:custGeom>
        <a:noFill/>
        <a:ln w="47625" cap="flat"><a:solidFill><a:srgbClr val="008000"/></a:solidFill><a:miter lim="4000"/></a:ln>
    </p:spPr>
</p:sp>

            <p:pic>
    <p:nvPicPr>
        <p:cNvPr id="5" name="Picture 5"></p:cNvPr>
        <p:cNvPicPr>
            <a:picLocks noChangeAspect="1"/>
        </p:cNvPicPr>
        <p:nvPr/>
    </p:nvPicPr>
    <p:blipFill>
        <a:blip r:embed="rIdEmfFilter1"/>
        <a:stretch>
            <a:fillRect/>
        </a:stretch>
    </p:blipFill>
    <p:spPr>
        <a:xfrm>
            <a:off x="476250" y="1905000"/>
            <a:ext cx="952500" cy="952500"/>
        </a:xfrm>
        <a:prstGeom prst="rect">
            <a:avLst/>
        </a:prstGeom>

    </p:spPr>
</p:pic>

            <p:sp
     >
    <p:nvSpPr>
        <p:cNvPr id="6" name="Text 6"></p:cNvPr>
        <p:cNvSpPr/>
        <p:nvPr/>
    </p:nvSpPr>
    <p:spPr>
        <a:xfrm>
            <a:off x="1905000" y="2076450"/>
            <a:ext cx="1600200" cy="571500"/>
        </a:xfrm>
        <a:prstGeom prst="rect">
            <a:avLst/>
        </a:prstGeom>
        <a:noFill/>

    </p:spPr>
    <p:txBody>
        <a:bodyPr wrap="none" lIns="0" tIns="0" rIns="0" bIns="0" anchor="t">
        </a:bodyPr>
        <a:lstStyle/>
        <a:p>
            <a:pPr algn="l"/>
            <a:r><a:rPr sz="3000"><a:ln w="19050"><a:solidFill><a:srgbClr val="000000"/></a:solidFill></a:ln><a:solidFill><a:srgbClr val="FFFF00"/></a:solidFill><a:latin typeface="Arial"/><a:ea typeface="Arial"/><a:cs typeface="Arial"/></a:rPr><a:t>OUTLINE</a:t></a:r>
            <a:endParaRPr/>
        </a:p>
    </p:txBody>
</p:sp>

        </p:spTree>
    </p:cSld>
    <p:clrMapOvr>
        <a:masterClrMapping/>
    </p:clrMapOvr>
</p:sld>
</file>

<file path=ppt/slides/slide4.xml><?xml version="1.0" encoding="UTF-8" standalone="yes"?>
<p:sld
      
      >
    <p:cSld>
        <p:spTree>
            <p:nvGrpSpPr>
                <p:cNvPr id="1" name=""/>
                <p:cNvGrpSpPr/>
                <p:nvPr/>
            </p:nvGrpSpPr>
            <p:grpSpPr>
                <a:xfrm>
                    <a:off x="0" y="0"/>
                    <a:ext cx="4762500" cy="3810000"/>
                    <a:chOff x="0" y="0"/>
                    <a:chExt cx="4762500" cy="3810000"/>
                </a:xfrm>
            </p:grpSpPr>
            <p:sp>
    <p:nvSpPr>
        <p:cNvPr id="2" name="Rectangle 2"></p:cNvPr>
        <p:cNvSpPr/>
        <p:nvPr/>
    </p:nvSpPr>
    <p:spPr>
        <a:xfrm>
            <a:off x="0" y="0"/>
            <a:ext cx="9525" cy="9525"/>
        </a:xfrm>
        <a:prstGeom prst="rect">
        <a:avLst/>
    </a:prstGeom>
        <a:solidFill><a:srgbClr val="FFFFFF"/></a:solidFill>
        <a:ln><a:noFill/></a:ln>
    </p:spPr>
    <p:txBody>
        <a:bodyPr/>
        <a:lstStyle/>
        <a:p>
            <a:endParaRPr/>
        </a:p>
    </p:txBody>
</p:sp>

            <p:sp>
    <p:nvSpPr>
        <p:cNvPr id="3" name="Rectangle 3"></p:cNvPr>
        <p:cNvSpPr/>
        <p:nvPr/>
    </p:nvSpPr>
    <p:spPr>
        <a:xfrm>
            <a:off x="476250" y="476250"/>
            <a:ext cx="952500" cy="952500"/>
        </a:xfrm>
        <a:prstGeom prst="rect">
        <a:avLst/>
    </a:prstGeom>
        <a:solidFill><a:srgbClr val="0000FF"/></a:solidFill>
        <a:ln><a:noFill/></a:ln>
    </p:spPr>
    <p:txBody>
        <a:bodyPr/>
        <a:lstStyle/>
        <a:p>
            <a:endParaRPr/>
        </a:p>
    </p:txBody>
</p:sp>

            <p:sp>
    <p:nvSpPr>
        <p:cNvPr id="4" name="Path 4 (allow_bitmap_fallback=True, allow_custom_dash=True, allow_emf_fallback=True, conservative_clipping=False, force_bitmap=False, force_emf=False, geometry_mode=resvg, max_bitmap_area=1500000, max_bitmap_side=2048, max_complexity=0.8, max_complexity_ratio=0.8, max_complexity_score=100, max_dash_segments=16, max_miter_limit=10.0, max_segments=1000, max_stroke_width=100.0, min_dash_segment_pct=0.01, prefer_dash_presets=True, quality=balanced, respect_dashoffset=True, simplify_paths=True)"></p:cNvPr>
        <p:cNvSpPr/>
        <p:nvPr/>
    </p:nvSpPr>
    <p:spPr>
        <a:xfrm>
            <a:off x="1905000" y="476250"/>
            <a:ext cx="857250" cy="95250"/>
        </a:xfrm>
        <a:custGeom><a:avLst/><a:gdLst/><a:ahLst/><a:cxnLst/><a:pathLst><a:path w="857250" h="95250" fill="none" stroke="true"><a:moveTo><a:pt x="0" y="0"/></a:moveTo><a:lnTo><a:pt x="95250" y="95250"/></a:lnTo><a:lnTo><a:pt x="190500" y="0"/></a:lnTo><a:lnTo><a:pt x="285750" y="95250"/></a:lnTo><a:lnTo><a:pt x="381000" y="0"/></a:lnTo><a:lnTo><a:pt x="476250" y="95250"/></a:lnTo><a:lnTo><a:pt x="571500" y="0"/></a:lnTo><a:lnTo><a:pt x="666750" y="95250"/></a:lnTo><a:lnTo><a:pt x="762000" y="0"/></a:lnTo><a:lnTo><a:pt x="857250" y="95250"/></a:lnTo></a:path></a:pathLst></a:custGeom>
        <a:noFill/>
        <a:ln w="47625" cap="flat"><a:solidFill><a:srgbClr val="008000"/></a:solidFill><a:miter lim="4000"/></a:ln>
    </p:spPr>
</p:sp>

            <p:pic>
    <p:nvPicPr>
        <p:cNvPr id="5" name="Picture 5"></p:cNvPr>
        <p:cNvPicPr>
            <a:picLocks noChangeAspect="1"/>
        </p:cNvPicPr>
        <p:nvPr/>
    </p:nvPicPr>
    <p:blipFill>
        <a:blip r:embed="rId1"/>
        <a:stretch>
            <a:fillRect/>
        </a:stretch>
    </p:blipFill>
    <p:spPr>
        <a:xfrm>
            <a:off x="476250" y="1905000"/>
            <a:ext cx="952500" cy="952500"/>
        </a:xfrm>
        <a:prstGeom prst="rect">
            <a:avLst/>
        </a:prstGeom>

    </p:spPr>
</p:pic>

            <p:sp
     >
    <p:nvSpPr>
        <p:cNvPr id="6" name="Text 6"></p:cNvPr>
        <p:cNvSpPr/>
        <p:nvPr/>
    </p:nvSpPr>
    <p:spPr>
        <a:xfrm>
            <a:off x="1905000" y="2076450"/>
            <a:ext cx="1600200" cy="571500"/>
        </a:xfrm>
        <a:prstGeom prst="rect">
            <a:avLst/>
        </a:prstGeom>
        <a:noFill/>

    </p:spPr>
    <p:txBody>
        <a:bodyPr wrap="none" lIns="0" tIns="0" rIns="0" bIns="0" anchor="t">
        </a:bodyPr>
        <a:lstStyle/>
        <a:p>
            <a:pPr algn="l"/>
            <a:r><a:rPr sz="3000"><a:ln w="19050"><a:solidFill><a:srgbClr val="000000"/></a:solidFill></a:ln><a:solidFill><a:srgbClr val="FFFF00"/></a:solidFill><a:latin typeface="Arial"/><a:ea typeface="Arial"/><a:cs typeface="Arial"/></a:rPr><a:t>OUTLINE</a:t></a:r>
            <a:endParaRPr/>
        </a:p>
    </p:txBody>
</p:sp>

        </p:spTree>
    </p:cSld>
    <p:clrMapOvr>
        <a:masterClrMapping/>
  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0000"/>
                <a:satMod val="300000"/>
              </a:schemeClr>
            </a:gs>
            <a:gs pos="100000">
              <a:schemeClr val="phClr">
                <a:shade val="30000"/>
                <a:satMod val="30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svg2ooxml" id="{8A7DC68F-4D83-45E5-9379-045331CD2B90}" vid="{88463BD6-1390-459C-AD0B-714A6F7A1A3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