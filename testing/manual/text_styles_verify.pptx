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4762500" cy="3810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4762500" cy="3810000"/>
          <a:chOff x="0" y="0"/>
          <a:chExt cx="4762500" cy="381000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ath 3 (allow_bitmap_fallback=True, allow_custom_dash=True, allow_emf_fallback=True, conservative_clipping=False, force_bitmap=False, force_emf=False, geometry_mode=resvg, max_bitmap_area=1500000, max_bitmap_side=2048, max_complexity=0.8, max_complexity_ratio=0.8, max_complexity_score=100, max_dash_segments=16, max_miter_limit=10.0, max_segments=1000, max_stroke_width=100.0, min_dash_segment_pct=0.01, prefer_dash_presets=True, quality=balanced, respect_dashoffset=True, simplify_paths=True)"/>
          <p:cNvSpPr/>
          <p:nvPr/>
        </p:nvSpPr>
        <p:spPr>
          <a:xfrm>
            <a:off x="476250" y="2143125"/>
            <a:ext cx="3810000" cy="714375"/>
          </a:xfrm>
          <a:custGeom>
            <a:avLst/>
            <a:gdLst/>
            <a:ahLst/>
            <a:cxnLst/>
            <a:pathLst>
              <a:path w="3810000" h="714375" fill="none" stroke="true">
                <a:moveTo>
                  <a:pt x="0" y="714375"/>
                </a:moveTo>
                <a:lnTo>
                  <a:pt x="119062" y="627869"/>
                </a:lnTo>
                <a:lnTo>
                  <a:pt x="238125" y="546943"/>
                </a:lnTo>
                <a:lnTo>
                  <a:pt x="357188" y="471599"/>
                </a:lnTo>
                <a:lnTo>
                  <a:pt x="476250" y="401836"/>
                </a:lnTo>
                <a:lnTo>
                  <a:pt x="595312" y="337654"/>
                </a:lnTo>
                <a:lnTo>
                  <a:pt x="714375" y="279053"/>
                </a:lnTo>
                <a:lnTo>
                  <a:pt x="833438" y="226033"/>
                </a:lnTo>
                <a:lnTo>
                  <a:pt x="952500" y="178594"/>
                </a:lnTo>
                <a:lnTo>
                  <a:pt x="1071562" y="136736"/>
                </a:lnTo>
                <a:lnTo>
                  <a:pt x="1190625" y="100459"/>
                </a:lnTo>
                <a:lnTo>
                  <a:pt x="1309688" y="69763"/>
                </a:lnTo>
                <a:lnTo>
                  <a:pt x="1428750" y="44648"/>
                </a:lnTo>
                <a:lnTo>
                  <a:pt x="1547812" y="25115"/>
                </a:lnTo>
                <a:lnTo>
                  <a:pt x="1666875" y="11162"/>
                </a:lnTo>
                <a:lnTo>
                  <a:pt x="1785938" y="2791"/>
                </a:lnTo>
                <a:lnTo>
                  <a:pt x="1905000" y="0"/>
                </a:lnTo>
                <a:lnTo>
                  <a:pt x="2024062" y="2791"/>
                </a:lnTo>
                <a:lnTo>
                  <a:pt x="2143125" y="11162"/>
                </a:lnTo>
                <a:lnTo>
                  <a:pt x="2262188" y="25115"/>
                </a:lnTo>
                <a:lnTo>
                  <a:pt x="2381250" y="44648"/>
                </a:lnTo>
                <a:lnTo>
                  <a:pt x="2500312" y="69763"/>
                </a:lnTo>
                <a:lnTo>
                  <a:pt x="2619375" y="100459"/>
                </a:lnTo>
                <a:lnTo>
                  <a:pt x="2738438" y="136736"/>
                </a:lnTo>
                <a:lnTo>
                  <a:pt x="2857500" y="178594"/>
                </a:lnTo>
                <a:lnTo>
                  <a:pt x="2976562" y="226033"/>
                </a:lnTo>
                <a:lnTo>
                  <a:pt x="3095625" y="279053"/>
                </a:lnTo>
                <a:lnTo>
                  <a:pt x="3214688" y="337654"/>
                </a:lnTo>
                <a:lnTo>
                  <a:pt x="3333750" y="401836"/>
                </a:lnTo>
                <a:lnTo>
                  <a:pt x="3452812" y="471599"/>
                </a:lnTo>
                <a:lnTo>
                  <a:pt x="3571875" y="546943"/>
                </a:lnTo>
                <a:lnTo>
                  <a:pt x="3690938" y="627869"/>
                </a:lnTo>
                <a:lnTo>
                  <a:pt x="3810000" y="714375"/>
                </a:lnTo>
              </a:path>
            </a:pathLst>
          </a:custGeom>
          <a:noFill/>
          <a:ln w="1" cap="flat">
            <a:solidFill>
              <a:srgbClr val="0000FF"/>
            </a:solidFill>
            <a:miter lim="4000"/>
          </a:ln>
        </p:spPr>
      </p:sp>
      <p:sp xmlns:p="http://schemas.openxmlformats.org/presentationml/2006/main" xmlns:a="http://schemas.openxmlformats.org/drawingml/2006/main">
        <p:nvSpPr>
          <p:cNvPr id="4" name="WordArt 4"/>
          <p:cNvSpPr/>
          <p:nvPr/>
        </p:nvSpPr>
        <p:spPr>
          <a:xfrm>
            <a:off x="0" y="0"/>
            <a:ext cx="3200400" cy="571500"/>
          </a:xfrm>
          <a:prstGeom prst="rect">
            <a:avLst/>
          </a:prstGeom>
          <a:noFill/>
        </p:spPr>
        <p:txBody>
          <a:bodyPr prstTxWarp="textArchUp" wrap="none" lIns="0" tIns="0" rIns="0" bIns="0" anchor="t">
            <a:normAutofit/>
          </a:bodyPr>
          <a:lstStyle/>
          <a:p>
            <a:pPr algn="l"/>
            <a:r>
              <a:rPr sz="3000">
                <a:solidFill>
                  <a:srgbClr val="FFA500"/>
                </a:solidFill>
                <a:ln w="19050">
                  <a:solidFill>
                    <a:srgbClr val="000000"/>
                  </a:solidFill>
                </a:ln>
                <a:latin typeface="Arial"/>
                <a:ea typeface="Arial"/>
                <a:cs typeface="Arial"/>
              </a:rPr>
              <a:t>WARPED WORDART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50000"/>
                <a:satMod val="3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0000"/>
                <a:satMod val="300000"/>
              </a:schemeClr>
            </a:gs>
            <a:gs pos="100000">
              <a:schemeClr val="phClr">
                <a:shade val="30000"/>
                <a:satMod val="30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svg2ooxml" id="{EC593BB8-D64C-4D72-B552-9B4A2EC132EE}" vid="{CA7565B1-DFB7-49A8-8D8F-2A89FF95CD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