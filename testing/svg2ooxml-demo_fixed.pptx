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Default Extension="ttf" ContentType="application/x-font-ttf"/>
  <Override PartName="/ppt/fonts/font1.ttf" ContentType="application/x-font-ttf"/>
  <Override PartName="/ppt/fonts/font2.ttf" ContentType="application/x-font-ttf"/>
  <Override PartName="/ppt/fonts/font3.ttf" ContentType="application/x-font-ttf"/>
  <Override PartName="/ppt/fonts/font4.ttf" ContentType="application/x-font-ttf"/>
  <Override PartName="/ppt/fonts/font5.ttf" ContentType="application/x-font-ttf"/>
  <Override PartName="/ppt/fonts/font6.ttf" ContentType="application/x-font-ttf"/>
  <Override PartName="/ppt/fonts/font7.ttf" ContentType="application/x-font-ttf"/>
  <Override PartName="/ppt/fonts/font8.ttf" ContentType="application/x-font-ttf"/>
  <Override PartName="/ppt/fonts/font9.ttf" ContentType="application/x-font-ttf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    <Relationship Id="rId2" Type="http://schemas.openxmlformats.org/officeDocument/2006/relationships/extended-properties" Target="docProps/app.xml"/>
    <Relationship Id="rId3" Type="http://schemas.openxmlformats.org/package/2006/relationships/metadata/core-properties" Target="docProps/core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/>
  <p:notesSz cx="6858000" cy="9144000"/>
  <p:embeddedFontLst>
    <p:embeddedFont>
      <p:font typeface="Arial"/>
      <p:regular r:id="rIdFont1" r:subsetted="1"/>
    </p:embeddedFont>
  </p:embeddedFontLst>
</p:presentation>
</file>

<file path=ppt/_rels/presentation.xml.rels><?xml version='1.0' encoding='UTF-8'?>
<Relationships xmlns="http://schemas.openxmlformats.org/package/2006/relationships">
    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Font1" Type="http://schemas.openxmlformats.org/officeDocument/2006/relationships/font" Target="fonts/font1.ttf"/><Relationship Id="rIdFont2" Type="http://schemas.openxmlformats.org/officeDocument/2006/relationships/font" Target="fonts/font2.ttf"/><Relationship Id="rIdFont3" Type="http://schemas.openxmlformats.org/officeDocument/2006/relationships/font" Target="fonts/font3.ttf"/><Relationship Id="rIdFont4" Type="http://schemas.openxmlformats.org/officeDocument/2006/relationships/font" Target="fonts/font4.ttf"/><Relationship Id="rIdFont5" Type="http://schemas.openxmlformats.org/officeDocument/2006/relationships/font" Target="fonts/font5.ttf"/><Relationship Id="rIdFont6" Type="http://schemas.openxmlformats.org/officeDocument/2006/relationships/font" Target="fonts/font6.ttf"/><Relationship Id="rIdFont7" Type="http://schemas.openxmlformats.org/officeDocument/2006/relationships/font" Target="fonts/font7.ttf"/><Relationship Id="rIdFont8" Type="http://schemas.openxmlformats.org/officeDocument/2006/relationships/font" Target="fonts/font8.ttf"/><Relationship Id="rIdFont9" Type="http://schemas.openxmlformats.org/officeDocument/2006/relationships/font" Target="fonts/font9.tt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placeholder --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7772400" cy="1097280"/>
          </a:xfrm>
        </p:spPr>
        <p:txBody>
          <a:bodyPr/>
          <a:lstStyle/>
          <a:p/>
        </p:txBody>
      </p:sp>
      <!-- Body placeholder --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1910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    <Relationship Id="rId2" Type="http://schemas.openxmlformats.org/officeDocument/2006/relationships/slideLayout" Target="../slideLayouts/slideLayout2.xml"/>
    <Relationship Id="rId3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</p:sldMaster>
</file>

<file path=ppt/slides/_rels/slide1.xml.rels><?xml version='1.0' encoding='UTF-8'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667EEA">
                  <a:alpha val="100000"/>
                </a:srgbClr>
              </a:gs>
              <a:gs pos="100000">
                <a:srgbClr val="764BA2">
                  <a:alpha val="100000"/>
                </a:srgbClr>
              </a:gs>
            </a:gsLst>
            <a:lin ang="270000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 xmlns:p="http://schemas.openxmlformats.org/presentationml/2006/main" xmlns:a="http://schemas.openxmlformats.org/drawingml/2006/main">
        <p:nvSpPr>
          <p:cNvPr id="3" name="Text 3"/>
          <p:cNvSpPr/>
          <p:nvPr/>
        </p:nvSpPr>
        <p:spPr>
          <a:xfrm>
            <a:off x="4572000" y="742950"/>
            <a:ext cx="5760720" cy="822960"/>
          </a:xfrm>
          <a:prstGeom prst="rect">
            <a:avLst/>
          </a:prstGeom>
          <a:noFill/>
        </p:spPr>
        <p:txBody>
          <a:bodyPr>
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svg2ooxml Demo</a:t>
            </a:r>
          </a:p>
        </p:txBody>
      </p:sp>
      <p:sp xmlns:p="http://schemas.openxmlformats.org/presentationml/2006/main" xmlns:a="http://schemas.openxmlformats.org/drawingml/2006/main">
        <p:nvSpPr>
          <p:cNvPr id="4" name="Text 4"/>
          <p:cNvSpPr/>
          <p:nvPr/>
        </p:nvSpPr>
        <p:spPr>
          <a:xfrm>
            <a:off x="4572000" y="1752600"/>
            <a:ext cx="5554980" cy="411480"/>
          </a:xfrm>
          <a:prstGeom prst="rect">
            <a:avLst/>
          </a:prstGeom>
          <a:noFill/>
        </p:spPr>
        <p:txBody>
          <a:bodyPr>
        </a:bodyPr>
          <a:lstStyle/>
          <a:p>
            <a:pPr algn="ctr"/>
            <a:r>
              <a:rPr sz="3600">
                <a:solidFill>
                  <a:srgbClr val="FFFFFF"/>
                </a:solidFill>
                <a:latin typeface="Arial"/>
                <a:ea typeface="Arial"/>
                <a:cs typeface="Arial"/>
              </a:rPr>
              <a:t>SVG to Google Slides Export</a:t>
            </a:r>
          </a:p>
        </p:txBody>
      </p:sp>
      <p:sp>
        <p:nvSpPr>
          <p:cNvPr id="5" name="Rectangle 5"/>
          <p:cNvSpPr/>
          <p:nvPr/>
        </p:nvSpPr>
        <p:spPr>
          <a:xfrm>
            <a:off x="952500" y="2667000"/>
            <a:ext cx="2095500" cy="1714500"/>
          </a:xfrm>
          <a:prstGeom prst="roundRect">
            <a:avLst>
              <a:gd name="adj" fmla="val 5556"/>
            </a:avLst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 xmlns:p="http://schemas.openxmlformats.org/presentationml/2006/main" xmlns:a="http://schemas.openxmlformats.org/drawingml/2006/main">
        <p:nvSpPr>
          <p:cNvPr id="6" name="Text 6"/>
          <p:cNvSpPr/>
          <p:nvPr/>
        </p:nvSpPr>
        <p:spPr>
          <a:xfrm>
            <a:off x="2000250" y="2686050"/>
            <a:ext cx="274320" cy="548640"/>
          </a:xfrm>
          <a:prstGeom prst="rect">
            <a:avLst/>
          </a:prstGeom>
          <a:noFill/>
        </p:spPr>
        <p:txBody>
          <a:bodyPr>
        </a:bodyPr>
          <a:lstStyle/>
          <a:p>
            <a:pPr algn="ctr"/>
            <a:r>
              <a:rPr sz="4800">
                <a:solidFill>
                  <a:srgbClr val="667EE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 xmlns:p="http://schemas.openxmlformats.org/presentationml/2006/main" xmlns:a="http://schemas.openxmlformats.org/drawingml/2006/main">
        <p:nvSpPr>
          <p:cNvPr id="7" name="Text 7"/>
          <p:cNvSpPr/>
          <p:nvPr/>
        </p:nvSpPr>
        <p:spPr>
          <a:xfrm>
            <a:off x="2000250" y="3429000"/>
            <a:ext cx="1485900" cy="228600"/>
          </a:xfrm>
          <a:prstGeom prst="rect">
            <a:avLst/>
          </a:prstGeom>
          <a:noFill/>
        </p:spPr>
        <p:txBody>
          <a:bodyPr>
        </a:bodyPr>
          <a:lstStyle/>
          <a:p>
            <a:pPr algn="ctr"/>
            <a:r>
              <a:rPr sz="20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Firebase Auth</a:t>
            </a:r>
          </a:p>
        </p:txBody>
      </p:sp>
      <p:sp xmlns:p="http://schemas.openxmlformats.org/presentationml/2006/main" xmlns:a="http://schemas.openxmlformats.org/drawingml/2006/main">
        <p:nvSpPr>
          <p:cNvPr id="8" name="Text 8"/>
          <p:cNvSpPr/>
          <p:nvPr/>
        </p:nvSpPr>
        <p:spPr>
          <a:xfrm>
            <a:off x="2000250" y="3771900"/>
            <a:ext cx="1040130" cy="160020"/>
          </a:xfrm>
          <a:prstGeom prst="rect">
            <a:avLst/>
          </a:prstGeom>
          <a:noFill/>
        </p:spPr>
        <p:txBody>
          <a:bodyPr>
        </a:bodyPr>
          <a:lstStyle/>
          <a:p>
            <a:pPr algn="ctr"/>
            <a:r>
              <a:rPr sz="1400">
                <a:solidFill>
                  <a:srgbClr val="666666"/>
                </a:solidFill>
                <a:latin typeface="Arial"/>
                <a:ea typeface="Arial"/>
                <a:cs typeface="Arial"/>
              </a:rPr>
              <a:t>Secure access</a:t>
            </a:r>
          </a:p>
        </p:txBody>
      </p:sp>
      <p:sp>
        <p:nvSpPr>
          <p:cNvPr id="9" name="Rectangle 9"/>
          <p:cNvSpPr/>
          <p:nvPr/>
        </p:nvSpPr>
        <p:spPr>
          <a:xfrm>
            <a:off x="3524250" y="2667000"/>
            <a:ext cx="2095500" cy="1714500"/>
          </a:xfrm>
          <a:prstGeom prst="roundRect">
            <a:avLst>
              <a:gd name="adj" fmla="val 5556"/>
            </a:avLst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 xmlns:p="http://schemas.openxmlformats.org/presentationml/2006/main" xmlns:a="http://schemas.openxmlformats.org/drawingml/2006/main">
        <p:nvSpPr>
          <p:cNvPr id="10" name="Text 10"/>
          <p:cNvSpPr/>
          <p:nvPr/>
        </p:nvSpPr>
        <p:spPr>
          <a:xfrm>
            <a:off x="4572000" y="2686050"/>
            <a:ext cx="274320" cy="548640"/>
          </a:xfrm>
          <a:prstGeom prst="rect">
            <a:avLst/>
          </a:prstGeom>
          <a:noFill/>
        </p:spPr>
        <p:txBody>
          <a:bodyPr>
        </a:bodyPr>
          <a:lstStyle/>
          <a:p>
            <a:pPr algn="ctr"/>
            <a:r>
              <a:rPr sz="4800">
                <a:solidFill>
                  <a:srgbClr val="667EE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 xmlns:p="http://schemas.openxmlformats.org/presentationml/2006/main" xmlns:a="http://schemas.openxmlformats.org/drawingml/2006/main">
        <p:nvSpPr>
          <p:cNvPr id="11" name="Text 11"/>
          <p:cNvSpPr/>
          <p:nvPr/>
        </p:nvSpPr>
        <p:spPr>
          <a:xfrm>
            <a:off x="4572000" y="3429000"/>
            <a:ext cx="1485900" cy="228600"/>
          </a:xfrm>
          <a:prstGeom prst="rect">
            <a:avLst/>
          </a:prstGeom>
          <a:noFill/>
        </p:spPr>
        <p:txBody>
          <a:bodyPr>
        </a:bodyPr>
          <a:lstStyle/>
          <a:p>
            <a:pPr algn="ctr"/>
            <a:r>
              <a:rPr sz="20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gcloud Tokens</a:t>
            </a:r>
          </a:p>
        </p:txBody>
      </p:sp>
      <p:sp xmlns:p="http://schemas.openxmlformats.org/presentationml/2006/main" xmlns:a="http://schemas.openxmlformats.org/drawingml/2006/main">
        <p:nvSpPr>
          <p:cNvPr id="12" name="Text 12"/>
          <p:cNvSpPr/>
          <p:nvPr/>
        </p:nvSpPr>
        <p:spPr>
          <a:xfrm>
            <a:off x="4572000" y="3771900"/>
            <a:ext cx="880110" cy="160020"/>
          </a:xfrm>
          <a:prstGeom prst="rect">
            <a:avLst/>
          </a:prstGeom>
          <a:noFill/>
        </p:spPr>
        <p:txBody>
          <a:bodyPr>
        </a:bodyPr>
          <a:lstStyle/>
          <a:p>
            <a:pPr algn="ctr"/>
            <a:r>
              <a:rPr sz="1400">
                <a:solidFill>
                  <a:srgbClr val="666666"/>
                </a:solidFill>
                <a:latin typeface="Arial"/>
                <a:ea typeface="Arial"/>
                <a:cs typeface="Arial"/>
              </a:rPr>
              <a:t>Dev testing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096000" y="2667000"/>
            <a:ext cx="2095500" cy="1714500"/>
          </a:xfrm>
          <a:prstGeom prst="roundRect">
            <a:avLst>
              <a:gd name="adj" fmla="val 5556"/>
            </a:avLst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 xmlns:p="http://schemas.openxmlformats.org/presentationml/2006/main" xmlns:a="http://schemas.openxmlformats.org/drawingml/2006/main">
        <p:nvSpPr>
          <p:cNvPr id="14" name="Text 14"/>
          <p:cNvSpPr/>
          <p:nvPr/>
        </p:nvSpPr>
        <p:spPr>
          <a:xfrm>
            <a:off x="7143750" y="2686050"/>
            <a:ext cx="274320" cy="548640"/>
          </a:xfrm>
          <a:prstGeom prst="rect">
            <a:avLst/>
          </a:prstGeom>
          <a:noFill/>
        </p:spPr>
        <p:txBody>
          <a:bodyPr>
        </a:bodyPr>
          <a:lstStyle/>
          <a:p>
            <a:pPr algn="ctr"/>
            <a:r>
              <a:rPr sz="4800">
                <a:solidFill>
                  <a:srgbClr val="667EE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 xmlns:p="http://schemas.openxmlformats.org/presentationml/2006/main" xmlns:a="http://schemas.openxmlformats.org/drawingml/2006/main">
        <p:nvSpPr>
          <p:cNvPr id="15" name="Text 15"/>
          <p:cNvSpPr/>
          <p:nvPr/>
        </p:nvSpPr>
        <p:spPr>
          <a:xfrm>
            <a:off x="7143750" y="3429000"/>
            <a:ext cx="1028700" cy="228600"/>
          </a:xfrm>
          <a:prstGeom prst="rect">
            <a:avLst/>
          </a:prstGeom>
          <a:noFill/>
        </p:spPr>
        <p:txBody>
          <a:bodyPr>
        </a:bodyPr>
          <a:lstStyle/>
          <a:p>
            <a:pPr algn="ctr"/>
            <a:r>
              <a:rPr sz="20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Cloud Run</a:t>
            </a:r>
          </a:p>
        </p:txBody>
      </p:sp>
      <p:sp xmlns:p="http://schemas.openxmlformats.org/presentationml/2006/main" xmlns:a="http://schemas.openxmlformats.org/drawingml/2006/main">
        <p:nvSpPr>
          <p:cNvPr id="16" name="Text 16"/>
          <p:cNvSpPr/>
          <p:nvPr/>
        </p:nvSpPr>
        <p:spPr>
          <a:xfrm>
            <a:off x="7143750" y="3771900"/>
            <a:ext cx="1280160" cy="160020"/>
          </a:xfrm>
          <a:prstGeom prst="rect">
            <a:avLst/>
          </a:prstGeom>
          <a:noFill/>
        </p:spPr>
        <p:txBody>
          <a:bodyPr>
        </a:bodyPr>
          <a:lstStyle/>
          <a:p>
            <a:pPr algn="ctr"/>
            <a:r>
              <a:rPr sz="1400">
                <a:solidFill>
                  <a:srgbClr val="666666"/>
                </a:solidFill>
                <a:latin typeface="Arial"/>
                <a:ea typeface="Arial"/>
                <a:cs typeface="Arial"/>
              </a:rPr>
              <a:t>Production 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366CC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SVG2PPTX</Application>
  <DocSecurity>0</DocSecurity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Slide 1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SVG2PPTX Presentation</dc:title>
  <dc:creator>SVG2PPTX</dc:creator>
  <cp:lastModifiedBy>SVG2PPTX</cp:lastModifiedBy>
  <dcterms:created xsi:type="dcterms:W3CDTF">2025-01-01T00:00:00Z</dcterms:created>
  <dcterms:modified xsi:type="dcterms:W3CDTF">2025-01-01T00:00:00Z</dcterms:modified>
</cp:coreProperties>
</file>