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>
      <p:cViewPr varScale="1">
        <p:scale>
          <a:sx n="98" d="100"/>
          <a:sy n="98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4ED05-28F3-78E3-5A7C-50AB327E3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23302-8DC7-D7A8-885D-520DDF156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107F1-F580-DDE3-6709-6F3FFFB44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7C45A-7DF7-D751-2118-6D06B06AB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Rectangle 2"/>
          <p:cNvSpPr/>
          <p:nvPr/>
        </p:nvSpPr>
        <p:spPr>
          <a:xfrm>
            <a:off x="0" y="424270"/>
            <a:ext cx="9144000" cy="5143500"/>
          </a:xfrm>
          <a:prstGeom prst="rect">
            <a:avLst/>
          </a:prstGeom>
          <a:gradFill rotWithShape="1">
            <a:gsLst>
              <a:gs pos="0">
                <a:srgbClr val="667EEA">
                  <a:alpha val="100000"/>
                </a:srgbClr>
              </a:gs>
              <a:gs pos="100000">
                <a:srgbClr val="764BA2">
                  <a:alpha val="100000"/>
                </a:srgbClr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 3"/>
          <p:cNvSpPr/>
          <p:nvPr/>
        </p:nvSpPr>
        <p:spPr>
          <a:xfrm>
            <a:off x="0" y="424270"/>
            <a:ext cx="9144000" cy="1134019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7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svg2ooxml Demo</a:t>
            </a:r>
          </a:p>
        </p:txBody>
      </p:sp>
      <p:sp>
        <p:nvSpPr>
          <p:cNvPr id="4" name="Text 4"/>
          <p:cNvSpPr/>
          <p:nvPr/>
        </p:nvSpPr>
        <p:spPr>
          <a:xfrm>
            <a:off x="0" y="1752600"/>
            <a:ext cx="9144000" cy="46482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36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SVG to Google Slides Export</a:t>
            </a:r>
          </a:p>
        </p:txBody>
      </p:sp>
      <p:sp>
        <p:nvSpPr>
          <p:cNvPr id="5" name="Rectangle 5"/>
          <p:cNvSpPr/>
          <p:nvPr/>
        </p:nvSpPr>
        <p:spPr>
          <a:xfrm>
            <a:off x="952500" y="2667000"/>
            <a:ext cx="2095500" cy="1714500"/>
          </a:xfrm>
          <a:prstGeom prst="roundRect">
            <a:avLst>
              <a:gd name="adj" fmla="val 5556"/>
            </a:avLst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 6"/>
          <p:cNvSpPr/>
          <p:nvPr/>
        </p:nvSpPr>
        <p:spPr>
          <a:xfrm>
            <a:off x="2000250" y="2686050"/>
            <a:ext cx="274320" cy="54864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4800" dirty="0">
                <a:solidFill>
                  <a:srgbClr val="667EE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Text 7"/>
          <p:cNvSpPr/>
          <p:nvPr/>
        </p:nvSpPr>
        <p:spPr>
          <a:xfrm>
            <a:off x="914400" y="3429000"/>
            <a:ext cx="2125980" cy="2286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2000" b="1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Firebase Auth</a:t>
            </a:r>
          </a:p>
        </p:txBody>
      </p:sp>
      <p:sp>
        <p:nvSpPr>
          <p:cNvPr id="8" name="Text 8"/>
          <p:cNvSpPr/>
          <p:nvPr/>
        </p:nvSpPr>
        <p:spPr>
          <a:xfrm>
            <a:off x="952500" y="3771900"/>
            <a:ext cx="2087880" cy="16002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140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Secure access</a:t>
            </a:r>
          </a:p>
        </p:txBody>
      </p:sp>
      <p:sp>
        <p:nvSpPr>
          <p:cNvPr id="9" name="Rectangle 9"/>
          <p:cNvSpPr/>
          <p:nvPr/>
        </p:nvSpPr>
        <p:spPr>
          <a:xfrm>
            <a:off x="3524250" y="2667000"/>
            <a:ext cx="2095500" cy="1714500"/>
          </a:xfrm>
          <a:prstGeom prst="roundRect">
            <a:avLst>
              <a:gd name="adj" fmla="val 5556"/>
            </a:avLst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 10"/>
          <p:cNvSpPr/>
          <p:nvPr/>
        </p:nvSpPr>
        <p:spPr>
          <a:xfrm>
            <a:off x="4572000" y="2686050"/>
            <a:ext cx="274320" cy="54864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4800" dirty="0">
                <a:solidFill>
                  <a:srgbClr val="667EE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Text 11"/>
          <p:cNvSpPr/>
          <p:nvPr/>
        </p:nvSpPr>
        <p:spPr>
          <a:xfrm>
            <a:off x="3516630" y="3429000"/>
            <a:ext cx="2103120" cy="25527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2000" b="1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gcloud</a:t>
            </a:r>
            <a:r>
              <a:rPr sz="2000" b="1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Tokens</a:t>
            </a:r>
          </a:p>
        </p:txBody>
      </p:sp>
      <p:sp>
        <p:nvSpPr>
          <p:cNvPr id="12" name="Text 12"/>
          <p:cNvSpPr/>
          <p:nvPr/>
        </p:nvSpPr>
        <p:spPr>
          <a:xfrm>
            <a:off x="3478530" y="3771900"/>
            <a:ext cx="2141220" cy="22479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140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Dev testing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096000" y="2667000"/>
            <a:ext cx="2095500" cy="1714500"/>
          </a:xfrm>
          <a:prstGeom prst="roundRect">
            <a:avLst>
              <a:gd name="adj" fmla="val 5556"/>
            </a:avLst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ext 14"/>
          <p:cNvSpPr/>
          <p:nvPr/>
        </p:nvSpPr>
        <p:spPr>
          <a:xfrm>
            <a:off x="7143750" y="2686050"/>
            <a:ext cx="274320" cy="54864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4800" dirty="0">
                <a:solidFill>
                  <a:srgbClr val="667EE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Text 15"/>
          <p:cNvSpPr/>
          <p:nvPr/>
        </p:nvSpPr>
        <p:spPr>
          <a:xfrm>
            <a:off x="6096000" y="3429000"/>
            <a:ext cx="2076450" cy="2286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2000" b="1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Cloud Run</a:t>
            </a:r>
          </a:p>
        </p:txBody>
      </p:sp>
      <p:sp>
        <p:nvSpPr>
          <p:cNvPr id="16" name="Text 16"/>
          <p:cNvSpPr/>
          <p:nvPr/>
        </p:nvSpPr>
        <p:spPr>
          <a:xfrm>
            <a:off x="6057900" y="3771900"/>
            <a:ext cx="2076450" cy="22479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sz="140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Production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Macintosh PowerPoint</Application>
  <DocSecurity>0</DocSecurity>
  <PresentationFormat>On-screen Show 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Bram Alkema</cp:lastModifiedBy>
  <cp:revision>1</cp:revision>
  <dcterms:created xsi:type="dcterms:W3CDTF">2025-01-01T00:00:00Z</dcterms:created>
  <dcterms:modified xsi:type="dcterms:W3CDTF">2025-11-02T22:26:13Z</dcterms:modified>
</cp:coreProperties>
</file>