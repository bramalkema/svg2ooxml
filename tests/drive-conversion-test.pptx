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1802725" cy="11734800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21802725" cy="11734800"/>
          <a:chOff x="0" y="0"/>
          <a:chExt cx="21802725" cy="11734800"/>
        </a:xfrm>
      </p:grpSpPr>
      <p:sp>
        <p:nvSpPr>
          <p:cNvPr id="2" name="Rectangle 2"/>
          <p:cNvSpPr/>
          <p:nvPr/>
        </p:nvSpPr>
        <p:spPr>
          <a:xfrm>
            <a:off x="0" y="0"/>
            <a:ext cx="21802725" cy="11734800"/>
          </a:xfrm>
          <a:prstGeom prst="rect">
            <a:avLst/>
          </a:prstGeom>
          <a:solidFill>
            <a:srgbClr val="00013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5781675" y="3514725"/>
            <a:ext cx="10239375" cy="4714875"/>
          </a:xfrm>
          <a:prstGeom prst="rect">
            <a:avLst/>
          </a:prstGeom>
          <a:pattFill prst="pct5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