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802725" cy="117348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28"/>
  </p:normalViewPr>
  <p:slideViewPr>
    <p:cSldViewPr snapToGrid="0">
      <p:cViewPr varScale="1">
        <p:scale>
          <a:sx n="46" d="100"/>
          <a:sy n="46" d="100"/>
        </p:scale>
        <p:origin x="2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C7EC-8BBC-A69B-3FED-2DFB26B17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600" y="625475"/>
            <a:ext cx="18805525" cy="22669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CA35-8DC7-FF59-B84E-C31CC854B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8600" y="3124200"/>
            <a:ext cx="18805525" cy="7445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DC4A-2A0F-D1DB-AE04-DB67A4B2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8600" y="625475"/>
            <a:ext cx="18805525" cy="22669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BA81-926E-0E80-1003-F6C37118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8600" y="3124200"/>
            <a:ext cx="18805525" cy="74453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21802725" cy="11734800"/>
          <a:chOff x="0" y="0"/>
          <a:chExt cx="21802725" cy="11734800"/>
        </a:xfrm>
      </p:grpSpPr>
      <p:sp>
        <p:nvSpPr>
          <p:cNvPr id="2" name="Rectangle 2"/>
          <p:cNvSpPr/>
          <p:nvPr/>
        </p:nvSpPr>
        <p:spPr>
          <a:xfrm>
            <a:off x="0" y="0"/>
            <a:ext cx="21802725" cy="11734800"/>
          </a:xfrm>
          <a:prstGeom prst="rect">
            <a:avLst/>
          </a:prstGeom>
          <a:solidFill>
            <a:srgbClr val="00013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5781675" y="3514725"/>
            <a:ext cx="10239375" cy="4714875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DocSecurity>0</DocSecurity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2025-11-08T23:48:56Z</dcterms:modified>
</cp:coreProperties>
</file>