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emf" ContentType="application/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ttf" ContentType="application/x-fontdata"/>
  <Override PartName="/ppt/fonts/font1.ttf" ContentType="application/x-fontdata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Arial"/>
      <p:regular r:id="rIdFont1" r:subsetted="1"/>
    </p:embeddedFont>
  </p:embeddedFon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Font1" Type="http://schemas.openxmlformats.org/officeDocument/2006/relationships/font" Target="fonts/font1.ttf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4572000" cy="3429000"/>
          <a:chOff x="0" y="0"/>
          <a:chExt cx="4572000" cy="3429000"/>
        </a:xfrm>
      </p:grpSpPr>
      <p:sp xmlns:p="http://schemas.openxmlformats.org/presentationml/2006/main" xmlns:a="http://schemas.openxmlformats.org/drawingml/2006/main">
        <p:nvSpPr>
          <p:cNvPr id="2" name="Text 2"/>
          <p:cNvSpPr/>
          <p:nvPr/>
        </p:nvSpPr>
        <p:spPr>
          <a:xfrm>
            <a:off x="0" y="0"/>
            <a:ext cx="2651760" cy="228600"/>
          </a:xfrm>
          <a:prstGeom prst="rect">
            <a:avLst/>
          </a:prstGeom>
          <a:noFill/>
        </p:spPr>
        <p:txBody>
          <a:bodyPr>
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CSS selectors and use element</a:t>
            </a:r>
          </a:p>
        </p:txBody>
      </p:sp>
      <p:sp>
        <p:nvSpPr>
          <p:cNvPr id="3" name="Shape 3"/>
          <p:cNvSpPr/>
          <p:nvPr/>
        </p:nvSpPr>
        <p:spPr>
          <a:xfrm>
            <a:off x="2047875" y="1190625"/>
            <a:ext cx="476250" cy="4762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3476625" y="1190625"/>
            <a:ext cx="476250" cy="4762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5" name="Rectangle 5">
            <a:hlinkClick history="1"/>
          </p:cNvPr>
          <p:cNvSpPr/>
          <p:nvPr/>
        </p:nvSpPr>
        <p:spPr>
          <a:xfrm>
            <a:off x="381000" y="952500"/>
            <a:ext cx="952500" cy="952500"/>
          </a:xfrm>
          <a:prstGeom prst="rect">
            <a:avLst/>
          </a:prstGeom>
          <a:solidFill>
            <a:srgbClr val="008000"/>
          </a:solidFill>
          <a:ln w="95250">
            <a:solidFill>
              <a:srgbClr val="006400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>
        <p:nvSpPr>
          <p:cNvPr id="6" name="Rectangle 6">
            <a:hlinkClick history="1"/>
          </p:cNvPr>
          <p:cNvSpPr/>
          <p:nvPr/>
        </p:nvSpPr>
        <p:spPr>
          <a:xfrm>
            <a:off x="1809750" y="952500"/>
            <a:ext cx="952500" cy="952500"/>
          </a:xfrm>
          <a:prstGeom prst="rect">
            <a:avLst/>
          </a:prstGeom>
          <a:solidFill>
            <a:srgbClr val="008000"/>
          </a:solidFill>
          <a:ln w="95250">
            <a:solidFill>
              <a:srgbClr val="006400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>
        <p:nvSpPr>
          <p:cNvPr id="7" name="Rectangle 7">
            <a:hlinkClick history="1"/>
          </p:cNvPr>
          <p:cNvSpPr/>
          <p:nvPr/>
        </p:nvSpPr>
        <p:spPr>
          <a:xfrm>
            <a:off x="3238500" y="952500"/>
            <a:ext cx="952500" cy="952500"/>
          </a:xfrm>
          <a:prstGeom prst="rect">
            <a:avLst/>
          </a:prstGeom>
          <a:solidFill>
            <a:srgbClr val="008000"/>
          </a:solidFill>
          <a:ln w="95250">
            <a:solidFill>
              <a:srgbClr val="006400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8" name="Text 8"/>
          <p:cNvSpPr/>
          <p:nvPr/>
        </p:nvSpPr>
        <p:spPr>
          <a:xfrm>
            <a:off x="95250" y="3116580"/>
            <a:ext cx="1463040" cy="228600"/>
          </a:xfrm>
          <a:prstGeom prst="rect">
            <a:avLst/>
          </a:prstGeom>
          <a:noFill/>
        </p:spPr>
        <p:txBody>
          <a:bodyPr>
        </a:bodyPr>
          <a:lstStyle/>
          <a:p>
            <a:pPr algn="l"/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$Revision: 1.6 $</a:t>
            </a:r>
          </a:p>
        </p:txBody>
      </p:sp>
      <p:sp>
        <p:nvSpPr>
          <p:cNvPr id="9" name="Rectangle 9"/>
          <p:cNvSpPr/>
          <p:nvPr/>
        </p:nvSpPr>
        <p:spPr>
          <a:xfrm>
            <a:off x="9525" y="9525"/>
            <a:ext cx="4552950" cy="3409950"/>
          </a:xfrm>
          <a:prstGeom prst="rect">
            <a:avLst/>
          </a:prstGeom>
          <a:noFill/>
          <a:ln w="1">
            <a:solidFill>
              <a:srgbClr val="000000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