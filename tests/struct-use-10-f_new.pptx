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application/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fonts/7910a422a17b4f3893481869a2eb2a27.odttf" ContentType="application/vnd.openxmlformats-officedocument.obfuscatedFont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7910a422a17b4f3893481869a2eb2a27.odttf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history="1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history="1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history="1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