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28"/>
  </p:normalViewPr>
  <p:slideViewPr>
    <p:cSldViewPr snapToGrid="0">
      <p:cViewPr varScale="1">
        <p:scale>
          <a:sx n="98" d="100"/>
          <a:sy n="98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Text 2"/>
          <p:cNvSpPr/>
          <p:nvPr/>
        </p:nvSpPr>
        <p:spPr>
          <a:xfrm>
            <a:off x="0" y="0"/>
            <a:ext cx="265176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CSS selectors and use element</a:t>
            </a:r>
          </a:p>
        </p:txBody>
      </p:sp>
      <p:sp>
        <p:nvSpPr>
          <p:cNvPr id="3" name="Shape 3"/>
          <p:cNvSpPr/>
          <p:nvPr/>
        </p:nvSpPr>
        <p:spPr>
          <a:xfrm>
            <a:off x="204787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347662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5" name="Rectangle 5">
            <a:hlinkClick r:id="" action="ppaction://noaction"/>
          </p:cNvPr>
          <p:cNvSpPr/>
          <p:nvPr/>
        </p:nvSpPr>
        <p:spPr>
          <a:xfrm>
            <a:off x="3810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6" name="Rectangle 6">
            <a:hlinkClick r:id="" action="ppaction://noaction"/>
          </p:cNvPr>
          <p:cNvSpPr/>
          <p:nvPr/>
        </p:nvSpPr>
        <p:spPr>
          <a:xfrm>
            <a:off x="180975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7" name="Rectangle 7">
            <a:hlinkClick r:id="" action="ppaction://noaction"/>
          </p:cNvPr>
          <p:cNvSpPr/>
          <p:nvPr/>
        </p:nvSpPr>
        <p:spPr>
          <a:xfrm>
            <a:off x="32385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8" name="Text 8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1.6 $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DocSecurity>0</DocSecurity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Bram Alkema</cp:lastModifiedBy>
  <cp:revision>1</cp:revision>
  <dcterms:created xsi:type="dcterms:W3CDTF">2025-01-01T00:00:00Z</dcterms:created>
  <dcterms:modified xsi:type="dcterms:W3CDTF">2025-11-09T08:49:59Z</dcterms:modified>
</cp:coreProperties>
</file>