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28"/>
  </p:normalViewPr>
  <p:slideViewPr>
    <p:cSldViewPr snapToGrid="0">
      <p:cViewPr varScale="1">
        <p:scale>
          <a:sx n="98" d="100"/>
          <a:sy n="9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r:id="" action="ppaction://noaction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r:id="" action="ppaction://noaction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r:id="" action="ppaction://noaction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DocSecurity>0</DocSecurity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1</cp:revision>
  <dcterms:created xsi:type="dcterms:W3CDTF">2025-01-01T00:00:00Z</dcterms:created>
  <dcterms:modified xsi:type="dcterms:W3CDTF">2025-11-09T09:21:11Z</dcterms:modified>
  <cp:category/>
</cp:coreProperties>
</file>