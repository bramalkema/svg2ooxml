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9144000" cy="6858000" type="screen4x3"/>
  <p:notesSz cx="6858000" cy="9144000"/>
  <p:embeddedFontLst>
    <p:embeddedFont>
      <p:font typeface="Bauhaus 93" pitchFamily="82" charset="77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28"/>
  </p:normalViewPr>
  <p:slideViewPr>
    <p:cSldViewPr snapToGrid="0">
      <p:cViewPr varScale="1">
        <p:scale>
          <a:sx n="98" d="100"/>
          <a:sy n="9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dirty="0">
                <a:solidFill>
                  <a:srgbClr val="000000"/>
                </a:solidFill>
                <a:latin typeface="Bauhaus 93" pitchFamily="82" charset="77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r:id="" action="ppaction://noaction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r:id="" action="ppaction://noaction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r:id="" action="ppaction://noaction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ruct-use-10-f_new_repaired_with fonts" id="{D60C617D-C920-4242-9B8A-F3D67840FEE3}" vid="{3B87BD93-4AF2-064A-A519-88D2FA80B9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10</Words>
  <Application>Microsoft Macintosh PowerPoint</Application>
  <DocSecurity>0</DocSecurity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Bauhaus 93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6</cp:revision>
  <dcterms:created xsi:type="dcterms:W3CDTF">2025-01-01T00:00:00Z</dcterms:created>
  <dcterms:modified xsi:type="dcterms:W3CDTF">2025-11-09T09:04:50Z</dcterms:modified>
  <cp:category/>
</cp:coreProperties>
</file>