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98" d="100"/>
          <a:sy n="98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>
        <p:nvSpPr>
          <p:cNvPr id="2" name="Shape 2">
            <a:hlinkClick r:id="" action="ppaction://noaction"/>
          </p:cNvPr>
          <p:cNvSpPr/>
          <p:nvPr/>
        </p:nvSpPr>
        <p:spPr>
          <a:xfrm>
            <a:off x="190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3" name="Shape 3">
            <a:hlinkClick r:id="" action="ppaction://noaction"/>
          </p:cNvPr>
          <p:cNvSpPr/>
          <p:nvPr/>
        </p:nvSpPr>
        <p:spPr>
          <a:xfrm>
            <a:off x="933450" y="19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Shape 4">
            <a:hlinkClick r:id="" action="ppaction://noaction"/>
          </p:cNvPr>
          <p:cNvSpPr/>
          <p:nvPr/>
        </p:nvSpPr>
        <p:spPr>
          <a:xfrm>
            <a:off x="18478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5" name="Shape 5">
            <a:hlinkClick r:id="" action="ppaction://noaction"/>
          </p:cNvPr>
          <p:cNvSpPr/>
          <p:nvPr/>
        </p:nvSpPr>
        <p:spPr>
          <a:xfrm>
            <a:off x="27622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6" name="Shape 6">
            <a:hlinkClick r:id="" action="ppaction://noaction"/>
          </p:cNvPr>
          <p:cNvSpPr/>
          <p:nvPr/>
        </p:nvSpPr>
        <p:spPr>
          <a:xfrm>
            <a:off x="19050" y="9715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7" name="Shape 7">
            <a:hlinkClick r:id="" action="ppaction://noaction"/>
          </p:cNvPr>
          <p:cNvSpPr/>
          <p:nvPr/>
        </p:nvSpPr>
        <p:spPr>
          <a:xfrm>
            <a:off x="9334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Shape 8">
            <a:hlinkClick r:id="" action="ppaction://noaction"/>
          </p:cNvPr>
          <p:cNvSpPr/>
          <p:nvPr/>
        </p:nvSpPr>
        <p:spPr>
          <a:xfrm>
            <a:off x="18478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" name="Shape 9">
            <a:hlinkClick r:id="" action="ppaction://noaction"/>
          </p:cNvPr>
          <p:cNvSpPr/>
          <p:nvPr/>
        </p:nvSpPr>
        <p:spPr>
          <a:xfrm>
            <a:off x="27622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Shape 10">
            <a:hlinkClick r:id="" action="ppaction://noaction"/>
          </p:cNvPr>
          <p:cNvSpPr/>
          <p:nvPr/>
        </p:nvSpPr>
        <p:spPr>
          <a:xfrm>
            <a:off x="190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Shape 11">
            <a:hlinkClick r:id="" action="ppaction://noaction"/>
          </p:cNvPr>
          <p:cNvSpPr/>
          <p:nvPr/>
        </p:nvSpPr>
        <p:spPr>
          <a:xfrm>
            <a:off x="9334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Shape 12">
            <a:hlinkClick r:id="" action="ppaction://noaction"/>
          </p:cNvPr>
          <p:cNvSpPr/>
          <p:nvPr/>
        </p:nvSpPr>
        <p:spPr>
          <a:xfrm>
            <a:off x="18478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3" name="Shape 13">
            <a:hlinkClick r:id="" action="ppaction://noaction"/>
          </p:cNvPr>
          <p:cNvSpPr/>
          <p:nvPr/>
        </p:nvSpPr>
        <p:spPr>
          <a:xfrm>
            <a:off x="2762250" y="1924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14" name="Text 14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$Revision: 1.3 $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DocSecurity>0</DocSecurity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subject/>
  <dc:creator>SVG2PPTX</dc:creator>
  <cp:keywords/>
  <dc:description/>
  <cp:lastModifiedBy>Bram Alkema</cp:lastModifiedBy>
  <cp:revision>1</cp:revision>
  <dcterms:created xsi:type="dcterms:W3CDTF">2025-01-01T00:00:00Z</dcterms:created>
  <dcterms:modified xsi:type="dcterms:W3CDTF">2025-11-09T11:38:49Z</dcterms:modified>
  <cp:category/>
</cp:coreProperties>
</file>