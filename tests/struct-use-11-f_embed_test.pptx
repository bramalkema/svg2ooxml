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odttf" ContentType="application/vnd.openxmlformats-officedocument.obfuscatedFont"/>
  <Default Extension="jpeg" ContentType="image/jpeg"/>
  <Default Extension="jpg" ContentType="image/jpeg"/>
  <Default Extension="emf" ContentType="application/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fntdata" ContentType="application/x-fontdata"/>
  <Override PartName="/ppt/fonts/font1.fntdata" ContentType="application/x-fontdata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Arial" pitchFamily="34" charset="1"/>
      <p:fontKey guid="a1ab8eba-1a5e-4eb4-a81b-f2c4e9db4e8e"/>
      <p:regular r:id="rIdFont1" r:subsetted="1"/>
    </p:embeddedFont>
  </p:embeddedFontLst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Font1" Type="http://schemas.openxmlformats.org/officeDocument/2006/relationships/font" Target="fonts/font1.fntdata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4572000" cy="3429000"/>
          <a:chOff x="0" y="0"/>
          <a:chExt cx="4572000" cy="3429000"/>
        </a:xfrm>
      </p:grpSpPr>
      <p:sp>
        <p:nvSpPr>
          <p:cNvPr id="2" name="Shape 2">
            <a:hlinkClick history="1"/>
          </p:cNvPr>
          <p:cNvSpPr/>
          <p:nvPr/>
        </p:nvSpPr>
        <p:spPr>
          <a:xfrm>
            <a:off x="19050" y="190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3" name="Shape 3">
            <a:hlinkClick history="1"/>
          </p:cNvPr>
          <p:cNvSpPr/>
          <p:nvPr/>
        </p:nvSpPr>
        <p:spPr>
          <a:xfrm>
            <a:off x="933450" y="190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" name="Shape 4">
            <a:hlinkClick history="1"/>
          </p:cNvPr>
          <p:cNvSpPr/>
          <p:nvPr/>
        </p:nvSpPr>
        <p:spPr>
          <a:xfrm>
            <a:off x="1847850" y="190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5" name="Shape 5">
            <a:hlinkClick history="1"/>
          </p:cNvPr>
          <p:cNvSpPr/>
          <p:nvPr/>
        </p:nvSpPr>
        <p:spPr>
          <a:xfrm>
            <a:off x="2762250" y="190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6" name="Shape 6">
            <a:hlinkClick history="1"/>
          </p:cNvPr>
          <p:cNvSpPr/>
          <p:nvPr/>
        </p:nvSpPr>
        <p:spPr>
          <a:xfrm>
            <a:off x="19050" y="9715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7" name="Shape 7">
            <a:hlinkClick history="1"/>
          </p:cNvPr>
          <p:cNvSpPr/>
          <p:nvPr/>
        </p:nvSpPr>
        <p:spPr>
          <a:xfrm>
            <a:off x="933450" y="9715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Shape 8">
            <a:hlinkClick history="1"/>
          </p:cNvPr>
          <p:cNvSpPr/>
          <p:nvPr/>
        </p:nvSpPr>
        <p:spPr>
          <a:xfrm>
            <a:off x="1847850" y="9715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9" name="Shape 9">
            <a:hlinkClick history="1"/>
          </p:cNvPr>
          <p:cNvSpPr/>
          <p:nvPr/>
        </p:nvSpPr>
        <p:spPr>
          <a:xfrm>
            <a:off x="2762250" y="9715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0" name="Shape 10">
            <a:hlinkClick history="1"/>
          </p:cNvPr>
          <p:cNvSpPr/>
          <p:nvPr/>
        </p:nvSpPr>
        <p:spPr>
          <a:xfrm>
            <a:off x="19050" y="19240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Shape 11">
            <a:hlinkClick history="1"/>
          </p:cNvPr>
          <p:cNvSpPr/>
          <p:nvPr/>
        </p:nvSpPr>
        <p:spPr>
          <a:xfrm>
            <a:off x="933450" y="19240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2" name="Shape 12">
            <a:hlinkClick history="1"/>
          </p:cNvPr>
          <p:cNvSpPr/>
          <p:nvPr/>
        </p:nvSpPr>
        <p:spPr>
          <a:xfrm>
            <a:off x="1847850" y="19240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3" name="Shape 13">
            <a:hlinkClick history="1"/>
          </p:cNvPr>
          <p:cNvSpPr/>
          <p:nvPr/>
        </p:nvSpPr>
        <p:spPr>
          <a:xfrm>
            <a:off x="2762250" y="19240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4" name="Text 14"/>
          <p:cNvSpPr/>
          <p:nvPr/>
        </p:nvSpPr>
        <p:spPr>
          <a:xfrm>
            <a:off x="95250" y="3116580"/>
            <a:ext cx="1463040" cy="228600"/>
          </a:xfrm>
          <a:prstGeom prst="rect">
            <a:avLst/>
          </a:prstGeom>
          <a:noFill/>
        </p:spPr>
        <p:txBody>
          <a:bodyPr>
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$Revision: 1.3 $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525" y="9525"/>
            <a:ext cx="4552950" cy="3409950"/>
          </a:xfrm>
          <a:prstGeom prst="rect">
            <a:avLst/>
          </a:prstGeom>
          <a:noFill/>
          <a:ln w="1">
            <a:solidFill>
              <a:srgbClr val="000000"/>
            </a:solidFill>
            <a:cap val="flat"/>
            <a:miter lim="4000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svg2ooxml" id="{464D352C-F25C-40A2-AB5B-99A20F3C31B5}" vid="{1F30DC10-62BD-459B-A68A-436887F99AB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