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50"/>
    <p:restoredTop sz="94628"/>
  </p:normalViewPr>
  <p:slideViewPr>
    <p:cSldViewPr snapToGrid="0">
      <p:cViewPr varScale="1">
        <p:scale>
          <a:sx n="56" d="100"/>
          <a:sy n="56" d="100"/>
        </p:scale>
        <p:origin x="192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4572000" cy="3429000"/>
          <a:chOff x="0" y="0"/>
          <a:chExt cx="4572000" cy="3429000"/>
        </a:xfrm>
      </p:grpSpPr>
      <p:sp>
        <p:nvSpPr>
          <p:cNvPr id="2" name="Shape 2">
            <a:hlinkClick r:id="" action="ppaction://noaction"/>
          </p:cNvPr>
          <p:cNvSpPr/>
          <p:nvPr/>
        </p:nvSpPr>
        <p:spPr>
          <a:xfrm>
            <a:off x="190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3" name="Shape 3">
            <a:hlinkClick r:id="" action="ppaction://noaction"/>
          </p:cNvPr>
          <p:cNvSpPr/>
          <p:nvPr/>
        </p:nvSpPr>
        <p:spPr>
          <a:xfrm>
            <a:off x="933450" y="19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" name="Shape 4">
            <a:hlinkClick r:id="" action="ppaction://noaction"/>
          </p:cNvPr>
          <p:cNvSpPr/>
          <p:nvPr/>
        </p:nvSpPr>
        <p:spPr>
          <a:xfrm>
            <a:off x="18478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5" name="Shape 5">
            <a:hlinkClick r:id="" action="ppaction://noaction"/>
          </p:cNvPr>
          <p:cNvSpPr/>
          <p:nvPr/>
        </p:nvSpPr>
        <p:spPr>
          <a:xfrm>
            <a:off x="2762250" y="19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6" name="Shape 6">
            <a:hlinkClick r:id="" action="ppaction://noaction"/>
          </p:cNvPr>
          <p:cNvSpPr/>
          <p:nvPr/>
        </p:nvSpPr>
        <p:spPr>
          <a:xfrm>
            <a:off x="19050" y="9715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7" name="Shape 7">
            <a:hlinkClick r:id="" action="ppaction://noaction"/>
          </p:cNvPr>
          <p:cNvSpPr/>
          <p:nvPr/>
        </p:nvSpPr>
        <p:spPr>
          <a:xfrm>
            <a:off x="9334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Shape 8">
            <a:hlinkClick r:id="" action="ppaction://noaction"/>
          </p:cNvPr>
          <p:cNvSpPr/>
          <p:nvPr/>
        </p:nvSpPr>
        <p:spPr>
          <a:xfrm>
            <a:off x="18478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Shape 9">
            <a:hlinkClick r:id="" action="ppaction://noaction"/>
          </p:cNvPr>
          <p:cNvSpPr/>
          <p:nvPr/>
        </p:nvSpPr>
        <p:spPr>
          <a:xfrm>
            <a:off x="2762250" y="9715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Shape 10">
            <a:hlinkClick r:id="" action="ppaction://noaction"/>
          </p:cNvPr>
          <p:cNvSpPr/>
          <p:nvPr/>
        </p:nvSpPr>
        <p:spPr>
          <a:xfrm>
            <a:off x="190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Shape 11">
            <a:hlinkClick r:id="" action="ppaction://noaction"/>
          </p:cNvPr>
          <p:cNvSpPr/>
          <p:nvPr/>
        </p:nvSpPr>
        <p:spPr>
          <a:xfrm>
            <a:off x="9334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Shape 12">
            <a:hlinkClick r:id="" action="ppaction://noaction"/>
          </p:cNvPr>
          <p:cNvSpPr/>
          <p:nvPr/>
        </p:nvSpPr>
        <p:spPr>
          <a:xfrm>
            <a:off x="1847850" y="1924050"/>
            <a:ext cx="914400" cy="914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3" name="Shape 13">
            <a:hlinkClick r:id="" action="ppaction://noaction"/>
          </p:cNvPr>
          <p:cNvSpPr/>
          <p:nvPr/>
        </p:nvSpPr>
        <p:spPr>
          <a:xfrm>
            <a:off x="2762250" y="1924050"/>
            <a:ext cx="914400" cy="9144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95250" y="3116580"/>
            <a:ext cx="1463040" cy="2286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sz="1200" dirty="0">
                <a:solidFill>
                  <a:srgbClr val="000000"/>
                </a:solidFill>
                <a:latin typeface="Bauhaus 93" pitchFamily="82" charset="77"/>
                <a:ea typeface="Arial"/>
                <a:cs typeface="Arial"/>
              </a:rPr>
              <a:t>$Revision: 1.3 $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525" y="9525"/>
            <a:ext cx="4552950" cy="3409950"/>
          </a:xfrm>
          <a:prstGeom prst="rect">
            <a:avLst/>
          </a:prstGeom>
          <a:noFill/>
          <a:ln w="1">
            <a:solidFill>
              <a:srgbClr val="000000"/>
            </a:solidFill>
            <a:miter lim="4000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</Words>
  <Application>Microsoft Macintosh PowerPoint</Application>
  <DocSecurity>0</DocSecurity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Bauhaus 93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subject/>
  <dc:creator>SVG2PPTX</dc:creator>
  <cp:keywords/>
  <dc:description/>
  <cp:lastModifiedBy>Bram Alkema</cp:lastModifiedBy>
  <cp:revision>3</cp:revision>
  <dcterms:created xsi:type="dcterms:W3CDTF">2025-01-01T00:00:00Z</dcterms:created>
  <dcterms:modified xsi:type="dcterms:W3CDTF">2025-11-09T11:47:27Z</dcterms:modified>
  <cp:category/>
</cp:coreProperties>
</file>