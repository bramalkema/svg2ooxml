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040" cy="109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828800"/>
            <a:ext cx="777204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19080" y="1908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933480" y="1908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847880" y="1908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762280" y="1908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9080" y="97164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33480" y="97164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847880" y="97164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762280" y="97164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9080" y="192420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33480" y="192420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847880" y="192420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762280" y="192420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5400" y="311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$Revision: 1.3 $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Rectangle 15"/>
          <p:cNvSpPr/>
          <p:nvPr/>
        </p:nvSpPr>
        <p:spPr>
          <a:xfrm>
            <a:off x="9360" y="9360"/>
            <a:ext cx="4552560" cy="3409560"/>
          </a:xfrm>
          <a:prstGeom prst="rect">
            <a:avLst/>
          </a:prstGeom>
          <a:noFill/>
          <a:ln w="1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LibreOffice/24.8.2.1$MacOSX_AARCH64 LibreOffice_project/0f794b6e29741098670a3b95d60478a65d05ef13</Application>
  <AppVersion>15.0000</AppVersion>
  <Words>5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2025-01-01T00:00:00Z</dcterms:created>
  <dc:creator>SVG2PPTX</dc:creator>
  <dc:description/>
  <dc:language>en-US</dc:language>
  <cp:lastModifiedBy/>
  <dcterms:modified xsi:type="dcterms:W3CDTF">2025-11-09T12:45:58Z</dcterms:modified>
  <cp:revision>2</cp:revision>
  <dc:subject/>
  <dc:title>SVG2PPTX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1</vt:r8>
  </property>
</Properties>
</file>