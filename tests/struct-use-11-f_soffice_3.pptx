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</p:sldMasterIdLst>
  <p:sldIdLst>
    <p:sldId id="256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040" cy="109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uFillTx/>
                <a:latin typeface="Aptos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85800" y="1828800"/>
            <a:ext cx="777204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190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33480" y="1908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8478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762280" y="1908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19080" y="97164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334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8478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2762280" y="97164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90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9334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1847880" y="1924200"/>
            <a:ext cx="914040" cy="91404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2762280" y="1924200"/>
            <a:ext cx="914040" cy="914040"/>
          </a:xfrm>
          <a:prstGeom prst="ellipse">
            <a:avLst/>
          </a:pr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95400" y="3116520"/>
            <a:ext cx="42480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Conthrax"/>
                <a:ea typeface="Arial"/>
              </a:rPr>
              <a:t>$Revision: 1.3 $</a:t>
            </a:r>
            <a:endParaRPr b="0" lang="en-US" sz="1200" strike="noStrike" u="none">
              <a:solidFill>
                <a:srgbClr val="000000"/>
              </a:solidFill>
              <a:uFillTx/>
              <a:latin typeface="Conthrax"/>
            </a:endParaRPr>
          </a:p>
        </p:txBody>
      </p:sp>
      <p:sp>
        <p:nvSpPr>
          <p:cNvPr id="25" name="Rectangle 15"/>
          <p:cNvSpPr/>
          <p:nvPr/>
        </p:nvSpPr>
        <p:spPr>
          <a:xfrm>
            <a:off x="9360" y="9360"/>
            <a:ext cx="4552560" cy="3409560"/>
          </a:xfrm>
          <a:prstGeom prst="rect">
            <a:avLst/>
          </a:prstGeom>
          <a:noFill/>
          <a:ln w="1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LibreOffice/24.8.2.1$MacOSX_AARCH64 LibreOffice_project/0f794b6e29741098670a3b95d60478a65d05ef13</Application>
  <AppVersion>15.0000</AppVersion>
  <Words>5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2025-01-01T00:00:00Z</dcterms:created>
  <dc:creator>SVG2PPTX</dc:creator>
  <dc:description/>
  <dc:language>en-US</dc:language>
  <cp:lastModifiedBy/>
  <dcterms:modified xsi:type="dcterms:W3CDTF">2025-11-09T12:48:33Z</dcterms:modified>
  <cp:revision>3</cp:revision>
  <dc:subject/>
  <dc:title>SVG2PPTX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1</vt:r8>
  </property>
</Properties>
</file>