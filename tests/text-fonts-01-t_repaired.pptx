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>
      <p:cViewPr varScale="1">
        <p:scale>
          <a:sx n="98" d="100"/>
          <a:sy n="98" d="100"/>
        </p:scale>
        <p:origin x="2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4572000" cy="3429000"/>
          <a:chOff x="0" y="0"/>
          <a:chExt cx="4572000" cy="3429000"/>
        </a:xfrm>
      </p:grpSpPr>
      <p:sp>
        <p:nvSpPr>
          <p:cNvPr id="2" name="Text 2"/>
          <p:cNvSpPr/>
          <p:nvPr/>
        </p:nvSpPr>
        <p:spPr>
          <a:xfrm>
            <a:off x="190500" y="640080"/>
            <a:ext cx="1554480" cy="2286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>
                <a:solidFill>
                  <a:srgbClr val="000000"/>
                </a:solidFill>
                <a:latin typeface="Georgia, &amp;#x27;Minion Web&amp;#x27;, &amp;#x27;Times New Roman&amp;#x27;, Times, &amp;#x27;MS PMincho&amp;#x27;, Heisei-Mincho, serif "/>
                <a:ea typeface="Georgia, &amp;#x27;Minion Web&amp;#x27;, &amp;#x27;Times New Roman&amp;#x27;, Times, &amp;#x27;MS PMincho&amp;#x27;, Heisei-Mincho, serif "/>
                <a:cs typeface="Georgia, &amp;#x27;Minion Web&amp;#x27;, &amp;#x27;Times New Roman&amp;#x27;, Times, &amp;#x27;MS PMincho&amp;#x27;, Heisei-Mincho, serif "/>
              </a:rPr>
              <a:t>A serifed face 画像</a:t>
            </a:r>
          </a:p>
        </p:txBody>
      </p:sp>
      <p:sp>
        <p:nvSpPr>
          <p:cNvPr id="3" name="Text 3"/>
          <p:cNvSpPr/>
          <p:nvPr/>
        </p:nvSpPr>
        <p:spPr>
          <a:xfrm>
            <a:off x="190500" y="1402080"/>
            <a:ext cx="1828800" cy="2286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>
                <a:solidFill>
                  <a:srgbClr val="000000"/>
                </a:solidFill>
                <a:latin typeface="Arial, &amp;#x27;Arial Unicode&amp;#x27;, &amp;#x27;Myriad Web&amp;#x27;, Geneva, &amp;#x27;Lucida Sans Unicode&amp;#x27;, &amp;#x27;MS PGothic&amp;#x27;, Osaka, sans-serif "/>
                <a:ea typeface="Arial, &amp;#x27;Arial Unicode&amp;#x27;, &amp;#x27;Myriad Web&amp;#x27;, Geneva, &amp;#x27;Lucida Sans Unicode&amp;#x27;, &amp;#x27;MS PGothic&amp;#x27;, Osaka, sans-serif "/>
                <a:cs typeface="Arial, &amp;#x27;Arial Unicode&amp;#x27;, &amp;#x27;Myriad Web&amp;#x27;, Geneva, &amp;#x27;Lucida Sans Unicode&amp;#x27;, &amp;#x27;MS PGothic&amp;#x27;, Osaka, sans-serif "/>
              </a:rPr>
              <a:t>A sans-serif face 画像</a:t>
            </a:r>
          </a:p>
        </p:txBody>
      </p:sp>
      <p:sp>
        <p:nvSpPr>
          <p:cNvPr id="4" name="Text 4"/>
          <p:cNvSpPr/>
          <p:nvPr/>
        </p:nvSpPr>
        <p:spPr>
          <a:xfrm>
            <a:off x="190500" y="2164080"/>
            <a:ext cx="1737360" cy="2286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>
                <a:solidFill>
                  <a:srgbClr val="000000"/>
                </a:solidFill>
                <a:latin typeface="Lucida Console&amp;#x27;, &amp;#x27;Courier New&amp;#x27;, Courier, Monaco, &amp;#x27;MS Gothic&amp;#x27;, Osaka-Mono, monospace"/>
                <a:ea typeface="Lucida Console&amp;#x27;, &amp;#x27;Courier New&amp;#x27;, Courier, Monaco, &amp;#x27;MS Gothic&amp;#x27;, Osaka-Mono, monospace"/>
                <a:cs typeface="Lucida Console&amp;#x27;, &amp;#x27;Courier New&amp;#x27;, Courier, Monaco, &amp;#x27;MS Gothic&amp;#x27;, Osaka-Mono, monospace"/>
              </a:rPr>
              <a:t>A mono (iW) face 画像</a:t>
            </a:r>
          </a:p>
        </p:txBody>
      </p:sp>
      <p:sp>
        <p:nvSpPr>
          <p:cNvPr id="5" name="Text 5"/>
          <p:cNvSpPr/>
          <p:nvPr/>
        </p:nvSpPr>
        <p:spPr>
          <a:xfrm>
            <a:off x="381000" y="354330"/>
            <a:ext cx="1554480" cy="2286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>
                <a:solidFill>
                  <a:srgbClr val="000000"/>
                </a:solidFill>
                <a:latin typeface="serif"/>
                <a:ea typeface="serif"/>
                <a:cs typeface="serif"/>
              </a:rPr>
              <a:t>A serifed face 画像</a:t>
            </a:r>
          </a:p>
        </p:txBody>
      </p:sp>
      <p:sp>
        <p:nvSpPr>
          <p:cNvPr id="6" name="Text 6"/>
          <p:cNvSpPr/>
          <p:nvPr/>
        </p:nvSpPr>
        <p:spPr>
          <a:xfrm>
            <a:off x="381000" y="1116330"/>
            <a:ext cx="1828800" cy="2286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>
                <a:solidFill>
                  <a:srgbClr val="000000"/>
                </a:solidFill>
                <a:latin typeface="sans-serif "/>
                <a:ea typeface="sans-serif "/>
                <a:cs typeface="sans-serif "/>
              </a:rPr>
              <a:t>A sans-serif face 画像</a:t>
            </a:r>
          </a:p>
        </p:txBody>
      </p:sp>
      <p:sp>
        <p:nvSpPr>
          <p:cNvPr id="7" name="Text 7"/>
          <p:cNvSpPr/>
          <p:nvPr/>
        </p:nvSpPr>
        <p:spPr>
          <a:xfrm>
            <a:off x="381000" y="1878330"/>
            <a:ext cx="1737360" cy="2286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>
                <a:solidFill>
                  <a:srgbClr val="000000"/>
                </a:solidFill>
                <a:latin typeface="monospace "/>
                <a:ea typeface="monospace "/>
                <a:cs typeface="monospace "/>
              </a:rPr>
              <a:t>A mono (iW) face 画像</a:t>
            </a:r>
          </a:p>
        </p:txBody>
      </p:sp>
      <p:sp>
        <p:nvSpPr>
          <p:cNvPr id="8" name="Text 8"/>
          <p:cNvSpPr/>
          <p:nvPr/>
        </p:nvSpPr>
        <p:spPr>
          <a:xfrm>
            <a:off x="381000" y="2640330"/>
            <a:ext cx="2011680" cy="2286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>
                <a:solidFill>
                  <a:srgbClr val="008000"/>
                </a:solidFill>
                <a:latin typeface="No such font at all&amp;#x27;, &amp;#x27;another fictitious one&amp;#x27;, sillynamewithoutspaces"/>
                <a:ea typeface="No such font at all&amp;#x27;, &amp;#x27;another fictitious one&amp;#x27;, sillynamewithoutspaces"/>
                <a:cs typeface="No such font at all&amp;#x27;, &amp;#x27;another fictitious one&amp;#x27;, sillynamewithoutspaces"/>
              </a:rPr>
              <a:t>This must be displayed</a:t>
            </a:r>
          </a:p>
        </p:txBody>
      </p:sp>
      <p:sp>
        <p:nvSpPr>
          <p:cNvPr id="9" name="Text 9"/>
          <p:cNvSpPr/>
          <p:nvPr/>
        </p:nvSpPr>
        <p:spPr>
          <a:xfrm>
            <a:off x="95250" y="3116580"/>
            <a:ext cx="1463040" cy="2286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$Revision: 1.5 $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525" y="9525"/>
            <a:ext cx="4552950" cy="3409950"/>
          </a:xfrm>
          <a:prstGeom prst="rect">
            <a:avLst/>
          </a:prstGeom>
          <a:noFill/>
          <a:ln w="1">
            <a:solidFill>
              <a:srgbClr val="000000"/>
            </a:solidFill>
            <a:miter lim="4000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Macintosh PowerPoint</Application>
  <DocSecurity>0</DocSecurity>
  <PresentationFormat>On-screen Show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Arial, &amp;#x27;Arial Unicode&amp;#x27;, &amp;#x27;Myriad Web&amp;#x27;, Geneva, &amp;#x27;Lucida Sans Unicode&amp;#x27;, &amp;#x27;MS PGothic&amp;#x27;, Osaka, sans-serif </vt:lpstr>
      <vt:lpstr>Georgia, &amp;#x27;Minion Web&amp;#x27;, &amp;#x27;Times New Roman&amp;#x27;, Times, &amp;#x27;MS PMincho&amp;#x27;, Heisei-Mincho, serif </vt:lpstr>
      <vt:lpstr>Lucida Console&amp;#x27;, &amp;#x27;Courier New&amp;#x27;, Courier, Monaco, &amp;#x27;MS Gothic&amp;#x27;, Osaka-Mono, monospace</vt:lpstr>
      <vt:lpstr>monospace </vt:lpstr>
      <vt:lpstr>No such font at all&amp;#x27;, &amp;#x27;another fictitious one&amp;#x27;, sillynamewithoutspaces</vt:lpstr>
      <vt:lpstr>sans-serif </vt:lpstr>
      <vt:lpstr>serif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subject/>
  <dc:creator>SVG2PPTX</dc:creator>
  <cp:keywords/>
  <dc:description/>
  <cp:lastModifiedBy>Bram Alkema</cp:lastModifiedBy>
  <cp:revision>1</cp:revision>
  <dcterms:created xsi:type="dcterms:W3CDTF">2025-01-01T00:00:00Z</dcterms:created>
  <dcterms:modified xsi:type="dcterms:W3CDTF">2025-11-09T12:35:29Z</dcterms:modified>
  <cp:category/>
</cp:coreProperties>
</file>