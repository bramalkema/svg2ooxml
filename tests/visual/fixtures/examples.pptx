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91" d="100"/>
          <a:sy n="91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6B60-1739-4E4A-8AA5-D1BA249C2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03D47-46D6-6919-9D52-D2AD14A43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3150E-3B24-F553-2491-E4DE9996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37E59-D222-8304-D761-94388799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6BED-AF04-55D8-0C06-A18989B0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8151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16C6F-F79B-C09A-71BB-2C47E848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58D38-E8D6-4ACF-D806-0B742CD38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6E86C-4DBD-A603-A609-4C59626B6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D4A45-9FB0-3754-5499-6CA50AB9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A886-CFEC-DF74-B079-D0321F423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03064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FD19C-2A1A-6800-9F08-84FDABEB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75DAE-4CAC-A742-9D0A-A46CBA131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F09C-1A11-3729-37E4-4CF0F2B1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152CC-E8EF-5FAB-64D1-B3D157232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07CB8-45C7-814D-B6B4-2C223F5C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62208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4BE2-49A6-152A-06B4-303C22C6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B57D-E79F-F94A-A1B1-C720743C5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B5309-5EE0-DAFF-784D-DA9656372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CA889-F0F5-A71C-7DC3-539C40A3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2AF4E-BD38-27B6-5612-131627CAE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6B2B0-4039-F171-A1B2-1DB6D5C2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98323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BD2B-4C0A-74E7-84F7-CA6C6DA2B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B92BC-2708-A6C2-A436-A002DC210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752A6-6B50-1870-F523-08FAA1F1C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32AFA5-AA47-C0F8-ABA3-0DF0EC5F7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67F73-80C5-286F-4B88-E311EFF61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C1A2F-B58A-2DF8-32F7-43FA41AA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BCA4C3-5358-5D8D-8922-38267F2D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D565D6-E1E0-2EE6-29D6-2EA85372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9183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B2E7-5116-11A7-4677-26B15AFA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3B16D-CB71-3519-A117-FEB4E714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220B47-DB25-6B4D-657E-0ABB8006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B97F6-FB26-38D2-72FB-E83B0E78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325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7F2E5A-8904-2DD8-EA91-AFF53B80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39128-ED54-A559-6CCC-0A2AA27E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292BD-F6D1-D47C-A3CA-D03978E7A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483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2FB14-79D0-A218-139B-9DF7B946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23AB0-CF73-69A9-F1A3-23976BB9B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51A2D-BEDB-CEF4-E01A-2157041DA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315BD-6F89-BAED-D2AA-5B54B1396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33E9F-E261-3641-D386-CA82F9EB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0E988-40A8-FB0D-5E47-0185DCE7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6143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1735-E2C9-C70D-AFA7-F8291214E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50FE25-BB27-4AD9-BC27-DB867B0C1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3D208-CF8A-A616-1B08-61EEF31BB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8EA46-4C2D-D1CC-73B2-AAD51C96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B3CE2-A083-EBA2-186B-4F0C67A1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1C648-AB3E-DCBB-4815-6A34EC55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594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163B3-F3AB-E2A1-B603-257109F0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C5D5D-BE77-C587-DC86-4FE1F362B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946-E328-70F3-9A77-9E0C1169A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3089D-DD35-9E51-FA13-8DE564D1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D2143-7E9B-3773-5E9A-7A68C300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2909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A0387-4364-9C0D-E8E8-82B9EEA63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DE366-6FA6-E3F1-B9F4-A873A060F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5CCD9-8EFC-F931-DC11-8C4D01D76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E0C67-8287-499D-030B-CFD6F90A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07FFD-6528-FFC5-3D7B-EE02A20A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1712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41A6C6-0F3A-F2A0-8CE1-0B338D58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D5F07-83A0-571F-F6B4-1B9E6B340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F0739-7BCF-CD13-967F-372A716F1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D7F23-D155-2244-8328-AD6D36167863}" type="datetimeFigureOut">
              <a:rPr lang="en-NL" smtClean="0"/>
              <a:t>13/04/2026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45F57-11DE-406B-4702-35E8A4C019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F949B-5A68-2A2B-95A2-3BAC5E111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816E6-1F8E-9546-B5F5-4BBB733D07E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614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3327B3C0-34D4-6CAC-3D78-18BD4F57B613}"/>
              </a:ext>
            </a:extLst>
          </p:cNvPr>
          <p:cNvSpPr/>
          <p:nvPr/>
        </p:nvSpPr>
        <p:spPr>
          <a:xfrm>
            <a:off x="672433" y="201168"/>
            <a:ext cx="988202" cy="1114096"/>
          </a:xfrm>
          <a:custGeom>
            <a:avLst/>
            <a:gdLst>
              <a:gd name="connsiteX0" fmla="*/ 651871 w 1461167"/>
              <a:gd name="connsiteY0" fmla="*/ 262758 h 1275169"/>
              <a:gd name="connsiteX1" fmla="*/ 651871 w 1461167"/>
              <a:gd name="connsiteY1" fmla="*/ 262758 h 1275169"/>
              <a:gd name="connsiteX2" fmla="*/ 777995 w 1461167"/>
              <a:gd name="connsiteY2" fmla="*/ 525517 h 1275169"/>
              <a:gd name="connsiteX3" fmla="*/ 830547 w 1461167"/>
              <a:gd name="connsiteY3" fmla="*/ 578069 h 1275169"/>
              <a:gd name="connsiteX4" fmla="*/ 998712 w 1461167"/>
              <a:gd name="connsiteY4" fmla="*/ 651641 h 1275169"/>
              <a:gd name="connsiteX5" fmla="*/ 1124836 w 1461167"/>
              <a:gd name="connsiteY5" fmla="*/ 683172 h 1275169"/>
              <a:gd name="connsiteX6" fmla="*/ 1250960 w 1461167"/>
              <a:gd name="connsiteY6" fmla="*/ 704193 h 1275169"/>
              <a:gd name="connsiteX7" fmla="*/ 1398105 w 1461167"/>
              <a:gd name="connsiteY7" fmla="*/ 746234 h 1275169"/>
              <a:gd name="connsiteX8" fmla="*/ 1461167 w 1461167"/>
              <a:gd name="connsiteY8" fmla="*/ 798786 h 1275169"/>
              <a:gd name="connsiteX9" fmla="*/ 1450657 w 1461167"/>
              <a:gd name="connsiteY9" fmla="*/ 987972 h 1275169"/>
              <a:gd name="connsiteX10" fmla="*/ 1429636 w 1461167"/>
              <a:gd name="connsiteY10" fmla="*/ 1114096 h 1275169"/>
              <a:gd name="connsiteX11" fmla="*/ 1387595 w 1461167"/>
              <a:gd name="connsiteY11" fmla="*/ 1229710 h 1275169"/>
              <a:gd name="connsiteX12" fmla="*/ 1314023 w 1461167"/>
              <a:gd name="connsiteY12" fmla="*/ 1250731 h 1275169"/>
              <a:gd name="connsiteX13" fmla="*/ 1093305 w 1461167"/>
              <a:gd name="connsiteY13" fmla="*/ 1271751 h 1275169"/>
              <a:gd name="connsiteX14" fmla="*/ 536257 w 1461167"/>
              <a:gd name="connsiteY14" fmla="*/ 1240220 h 1275169"/>
              <a:gd name="connsiteX15" fmla="*/ 473195 w 1461167"/>
              <a:gd name="connsiteY15" fmla="*/ 1208689 h 1275169"/>
              <a:gd name="connsiteX16" fmla="*/ 431154 w 1461167"/>
              <a:gd name="connsiteY16" fmla="*/ 1156138 h 1275169"/>
              <a:gd name="connsiteX17" fmla="*/ 410133 w 1461167"/>
              <a:gd name="connsiteY17" fmla="*/ 1061545 h 1275169"/>
              <a:gd name="connsiteX18" fmla="*/ 389112 w 1461167"/>
              <a:gd name="connsiteY18" fmla="*/ 714703 h 1275169"/>
              <a:gd name="connsiteX19" fmla="*/ 399623 w 1461167"/>
              <a:gd name="connsiteY19" fmla="*/ 672662 h 1275169"/>
              <a:gd name="connsiteX20" fmla="*/ 357581 w 1461167"/>
              <a:gd name="connsiteY20" fmla="*/ 662151 h 1275169"/>
              <a:gd name="connsiteX21" fmla="*/ 273498 w 1461167"/>
              <a:gd name="connsiteY21" fmla="*/ 609600 h 1275169"/>
              <a:gd name="connsiteX22" fmla="*/ 220947 w 1461167"/>
              <a:gd name="connsiteY22" fmla="*/ 567558 h 1275169"/>
              <a:gd name="connsiteX23" fmla="*/ 52781 w 1461167"/>
              <a:gd name="connsiteY23" fmla="*/ 451945 h 1275169"/>
              <a:gd name="connsiteX24" fmla="*/ 21250 w 1461167"/>
              <a:gd name="connsiteY24" fmla="*/ 420414 h 1275169"/>
              <a:gd name="connsiteX25" fmla="*/ 229 w 1461167"/>
              <a:gd name="connsiteY25" fmla="*/ 367862 h 1275169"/>
              <a:gd name="connsiteX26" fmla="*/ 10740 w 1461167"/>
              <a:gd name="connsiteY26" fmla="*/ 336331 h 1275169"/>
              <a:gd name="connsiteX27" fmla="*/ 84312 w 1461167"/>
              <a:gd name="connsiteY27" fmla="*/ 262758 h 1275169"/>
              <a:gd name="connsiteX28" fmla="*/ 115843 w 1461167"/>
              <a:gd name="connsiteY28" fmla="*/ 231227 h 1275169"/>
              <a:gd name="connsiteX29" fmla="*/ 483705 w 1461167"/>
              <a:gd name="connsiteY29" fmla="*/ 21020 h 1275169"/>
              <a:gd name="connsiteX30" fmla="*/ 578298 w 1461167"/>
              <a:gd name="connsiteY30" fmla="*/ 0 h 1275169"/>
              <a:gd name="connsiteX31" fmla="*/ 599319 w 1461167"/>
              <a:gd name="connsiteY31" fmla="*/ 31531 h 1275169"/>
              <a:gd name="connsiteX32" fmla="*/ 609829 w 1461167"/>
              <a:gd name="connsiteY32" fmla="*/ 73572 h 1275169"/>
              <a:gd name="connsiteX33" fmla="*/ 620340 w 1461167"/>
              <a:gd name="connsiteY33" fmla="*/ 105103 h 1275169"/>
              <a:gd name="connsiteX34" fmla="*/ 641360 w 1461167"/>
              <a:gd name="connsiteY34" fmla="*/ 367862 h 1275169"/>
              <a:gd name="connsiteX35" fmla="*/ 651871 w 1461167"/>
              <a:gd name="connsiteY35" fmla="*/ 409903 h 1275169"/>
              <a:gd name="connsiteX36" fmla="*/ 672891 w 1461167"/>
              <a:gd name="connsiteY36" fmla="*/ 451945 h 1275169"/>
              <a:gd name="connsiteX37" fmla="*/ 704423 w 1461167"/>
              <a:gd name="connsiteY37" fmla="*/ 294289 h 1275169"/>
              <a:gd name="connsiteX38" fmla="*/ 672891 w 1461167"/>
              <a:gd name="connsiteY38" fmla="*/ 304800 h 1275169"/>
              <a:gd name="connsiteX39" fmla="*/ 630850 w 1461167"/>
              <a:gd name="connsiteY39" fmla="*/ 294289 h 1275169"/>
              <a:gd name="connsiteX40" fmla="*/ 641360 w 1461167"/>
              <a:gd name="connsiteY40" fmla="*/ 262758 h 1275169"/>
              <a:gd name="connsiteX41" fmla="*/ 651871 w 1461167"/>
              <a:gd name="connsiteY41" fmla="*/ 262758 h 127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61167" h="1275169">
                <a:moveTo>
                  <a:pt x="651871" y="262758"/>
                </a:moveTo>
                <a:lnTo>
                  <a:pt x="651871" y="262758"/>
                </a:lnTo>
                <a:cubicBezTo>
                  <a:pt x="677960" y="330588"/>
                  <a:pt x="723657" y="471179"/>
                  <a:pt x="777995" y="525517"/>
                </a:cubicBezTo>
                <a:cubicBezTo>
                  <a:pt x="795512" y="543034"/>
                  <a:pt x="810728" y="563205"/>
                  <a:pt x="830547" y="578069"/>
                </a:cubicBezTo>
                <a:cubicBezTo>
                  <a:pt x="883000" y="617408"/>
                  <a:pt x="936131" y="633761"/>
                  <a:pt x="998712" y="651641"/>
                </a:cubicBezTo>
                <a:cubicBezTo>
                  <a:pt x="1040380" y="663546"/>
                  <a:pt x="1082412" y="674334"/>
                  <a:pt x="1124836" y="683172"/>
                </a:cubicBezTo>
                <a:cubicBezTo>
                  <a:pt x="1166561" y="691865"/>
                  <a:pt x="1209092" y="696218"/>
                  <a:pt x="1250960" y="704193"/>
                </a:cubicBezTo>
                <a:cubicBezTo>
                  <a:pt x="1306721" y="714814"/>
                  <a:pt x="1349003" y="721683"/>
                  <a:pt x="1398105" y="746234"/>
                </a:cubicBezTo>
                <a:cubicBezTo>
                  <a:pt x="1427370" y="760866"/>
                  <a:pt x="1437923" y="775542"/>
                  <a:pt x="1461167" y="798786"/>
                </a:cubicBezTo>
                <a:cubicBezTo>
                  <a:pt x="1457664" y="861848"/>
                  <a:pt x="1455693" y="925014"/>
                  <a:pt x="1450657" y="987972"/>
                </a:cubicBezTo>
                <a:cubicBezTo>
                  <a:pt x="1448139" y="1019449"/>
                  <a:pt x="1437421" y="1080360"/>
                  <a:pt x="1429636" y="1114096"/>
                </a:cubicBezTo>
                <a:cubicBezTo>
                  <a:pt x="1428858" y="1117467"/>
                  <a:pt x="1414451" y="1214790"/>
                  <a:pt x="1387595" y="1229710"/>
                </a:cubicBezTo>
                <a:cubicBezTo>
                  <a:pt x="1365299" y="1242097"/>
                  <a:pt x="1339033" y="1245729"/>
                  <a:pt x="1314023" y="1250731"/>
                </a:cubicBezTo>
                <a:cubicBezTo>
                  <a:pt x="1263475" y="1260841"/>
                  <a:pt x="1130566" y="1268885"/>
                  <a:pt x="1093305" y="1271751"/>
                </a:cubicBezTo>
                <a:cubicBezTo>
                  <a:pt x="1017119" y="1270020"/>
                  <a:pt x="693689" y="1292698"/>
                  <a:pt x="536257" y="1240220"/>
                </a:cubicBezTo>
                <a:cubicBezTo>
                  <a:pt x="513961" y="1232788"/>
                  <a:pt x="494216" y="1219199"/>
                  <a:pt x="473195" y="1208689"/>
                </a:cubicBezTo>
                <a:cubicBezTo>
                  <a:pt x="459181" y="1191172"/>
                  <a:pt x="439991" y="1176757"/>
                  <a:pt x="431154" y="1156138"/>
                </a:cubicBezTo>
                <a:cubicBezTo>
                  <a:pt x="418430" y="1126449"/>
                  <a:pt x="414701" y="1093521"/>
                  <a:pt x="410133" y="1061545"/>
                </a:cubicBezTo>
                <a:cubicBezTo>
                  <a:pt x="399446" y="986733"/>
                  <a:pt x="391261" y="759819"/>
                  <a:pt x="389112" y="714703"/>
                </a:cubicBezTo>
                <a:cubicBezTo>
                  <a:pt x="392616" y="700689"/>
                  <a:pt x="407055" y="685049"/>
                  <a:pt x="399623" y="672662"/>
                </a:cubicBezTo>
                <a:cubicBezTo>
                  <a:pt x="392191" y="660275"/>
                  <a:pt x="370501" y="668611"/>
                  <a:pt x="357581" y="662151"/>
                </a:cubicBezTo>
                <a:cubicBezTo>
                  <a:pt x="328019" y="647370"/>
                  <a:pt x="299307" y="630247"/>
                  <a:pt x="273498" y="609600"/>
                </a:cubicBezTo>
                <a:cubicBezTo>
                  <a:pt x="255981" y="595586"/>
                  <a:pt x="239274" y="580495"/>
                  <a:pt x="220947" y="567558"/>
                </a:cubicBezTo>
                <a:cubicBezTo>
                  <a:pt x="212262" y="561427"/>
                  <a:pt x="89477" y="483398"/>
                  <a:pt x="52781" y="451945"/>
                </a:cubicBezTo>
                <a:cubicBezTo>
                  <a:pt x="41495" y="442272"/>
                  <a:pt x="31760" y="430924"/>
                  <a:pt x="21250" y="420414"/>
                </a:cubicBezTo>
                <a:cubicBezTo>
                  <a:pt x="14243" y="402897"/>
                  <a:pt x="2569" y="386583"/>
                  <a:pt x="229" y="367862"/>
                </a:cubicBezTo>
                <a:cubicBezTo>
                  <a:pt x="-1145" y="356869"/>
                  <a:pt x="3819" y="344982"/>
                  <a:pt x="10740" y="336331"/>
                </a:cubicBezTo>
                <a:cubicBezTo>
                  <a:pt x="32406" y="309249"/>
                  <a:pt x="59788" y="287282"/>
                  <a:pt x="84312" y="262758"/>
                </a:cubicBezTo>
                <a:cubicBezTo>
                  <a:pt x="94822" y="252248"/>
                  <a:pt x="103238" y="239105"/>
                  <a:pt x="115843" y="231227"/>
                </a:cubicBezTo>
                <a:cubicBezTo>
                  <a:pt x="173585" y="195139"/>
                  <a:pt x="423759" y="33009"/>
                  <a:pt x="483705" y="21020"/>
                </a:cubicBezTo>
                <a:cubicBezTo>
                  <a:pt x="550421" y="7677"/>
                  <a:pt x="518926" y="14843"/>
                  <a:pt x="578298" y="0"/>
                </a:cubicBezTo>
                <a:cubicBezTo>
                  <a:pt x="585305" y="10510"/>
                  <a:pt x="594343" y="19920"/>
                  <a:pt x="599319" y="31531"/>
                </a:cubicBezTo>
                <a:cubicBezTo>
                  <a:pt x="605009" y="44808"/>
                  <a:pt x="605861" y="59683"/>
                  <a:pt x="609829" y="73572"/>
                </a:cubicBezTo>
                <a:cubicBezTo>
                  <a:pt x="612873" y="84225"/>
                  <a:pt x="616836" y="94593"/>
                  <a:pt x="620340" y="105103"/>
                </a:cubicBezTo>
                <a:cubicBezTo>
                  <a:pt x="627172" y="234924"/>
                  <a:pt x="621426" y="268192"/>
                  <a:pt x="641360" y="367862"/>
                </a:cubicBezTo>
                <a:cubicBezTo>
                  <a:pt x="644193" y="382026"/>
                  <a:pt x="646799" y="396378"/>
                  <a:pt x="651871" y="409903"/>
                </a:cubicBezTo>
                <a:cubicBezTo>
                  <a:pt x="657372" y="424573"/>
                  <a:pt x="665884" y="437931"/>
                  <a:pt x="672891" y="451945"/>
                </a:cubicBezTo>
                <a:cubicBezTo>
                  <a:pt x="687138" y="409206"/>
                  <a:pt x="715529" y="338713"/>
                  <a:pt x="704423" y="294289"/>
                </a:cubicBezTo>
                <a:cubicBezTo>
                  <a:pt x="701736" y="283541"/>
                  <a:pt x="683402" y="301296"/>
                  <a:pt x="672891" y="304800"/>
                </a:cubicBezTo>
                <a:cubicBezTo>
                  <a:pt x="658877" y="301296"/>
                  <a:pt x="639517" y="305845"/>
                  <a:pt x="630850" y="294289"/>
                </a:cubicBezTo>
                <a:cubicBezTo>
                  <a:pt x="624203" y="285426"/>
                  <a:pt x="631451" y="267712"/>
                  <a:pt x="641360" y="262758"/>
                </a:cubicBezTo>
                <a:cubicBezTo>
                  <a:pt x="648367" y="259255"/>
                  <a:pt x="650119" y="262758"/>
                  <a:pt x="651871" y="2627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045A3-DCF8-6DC6-046F-0077BD8ADAD6}"/>
              </a:ext>
            </a:extLst>
          </p:cNvPr>
          <p:cNvSpPr txBox="1"/>
          <p:nvPr/>
        </p:nvSpPr>
        <p:spPr>
          <a:xfrm>
            <a:off x="3636579" y="58857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appear</a:t>
            </a:r>
          </a:p>
        </p:txBody>
      </p:sp>
    </p:spTree>
    <p:extLst>
      <p:ext uri="{BB962C8B-B14F-4D97-AF65-F5344CB8AC3E}">
        <p14:creationId xmlns:p14="http://schemas.microsoft.com/office/powerpoint/2010/main" val="138018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02D5A-5D67-729E-7D55-0AB17392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93298530-20EF-554D-450F-DC7308E2EBD2}"/>
              </a:ext>
            </a:extLst>
          </p:cNvPr>
          <p:cNvSpPr/>
          <p:nvPr/>
        </p:nvSpPr>
        <p:spPr>
          <a:xfrm>
            <a:off x="672433" y="201168"/>
            <a:ext cx="988202" cy="1114096"/>
          </a:xfrm>
          <a:custGeom>
            <a:avLst/>
            <a:gdLst>
              <a:gd name="connsiteX0" fmla="*/ 651871 w 1461167"/>
              <a:gd name="connsiteY0" fmla="*/ 262758 h 1275169"/>
              <a:gd name="connsiteX1" fmla="*/ 651871 w 1461167"/>
              <a:gd name="connsiteY1" fmla="*/ 262758 h 1275169"/>
              <a:gd name="connsiteX2" fmla="*/ 777995 w 1461167"/>
              <a:gd name="connsiteY2" fmla="*/ 525517 h 1275169"/>
              <a:gd name="connsiteX3" fmla="*/ 830547 w 1461167"/>
              <a:gd name="connsiteY3" fmla="*/ 578069 h 1275169"/>
              <a:gd name="connsiteX4" fmla="*/ 998712 w 1461167"/>
              <a:gd name="connsiteY4" fmla="*/ 651641 h 1275169"/>
              <a:gd name="connsiteX5" fmla="*/ 1124836 w 1461167"/>
              <a:gd name="connsiteY5" fmla="*/ 683172 h 1275169"/>
              <a:gd name="connsiteX6" fmla="*/ 1250960 w 1461167"/>
              <a:gd name="connsiteY6" fmla="*/ 704193 h 1275169"/>
              <a:gd name="connsiteX7" fmla="*/ 1398105 w 1461167"/>
              <a:gd name="connsiteY7" fmla="*/ 746234 h 1275169"/>
              <a:gd name="connsiteX8" fmla="*/ 1461167 w 1461167"/>
              <a:gd name="connsiteY8" fmla="*/ 798786 h 1275169"/>
              <a:gd name="connsiteX9" fmla="*/ 1450657 w 1461167"/>
              <a:gd name="connsiteY9" fmla="*/ 987972 h 1275169"/>
              <a:gd name="connsiteX10" fmla="*/ 1429636 w 1461167"/>
              <a:gd name="connsiteY10" fmla="*/ 1114096 h 1275169"/>
              <a:gd name="connsiteX11" fmla="*/ 1387595 w 1461167"/>
              <a:gd name="connsiteY11" fmla="*/ 1229710 h 1275169"/>
              <a:gd name="connsiteX12" fmla="*/ 1314023 w 1461167"/>
              <a:gd name="connsiteY12" fmla="*/ 1250731 h 1275169"/>
              <a:gd name="connsiteX13" fmla="*/ 1093305 w 1461167"/>
              <a:gd name="connsiteY13" fmla="*/ 1271751 h 1275169"/>
              <a:gd name="connsiteX14" fmla="*/ 536257 w 1461167"/>
              <a:gd name="connsiteY14" fmla="*/ 1240220 h 1275169"/>
              <a:gd name="connsiteX15" fmla="*/ 473195 w 1461167"/>
              <a:gd name="connsiteY15" fmla="*/ 1208689 h 1275169"/>
              <a:gd name="connsiteX16" fmla="*/ 431154 w 1461167"/>
              <a:gd name="connsiteY16" fmla="*/ 1156138 h 1275169"/>
              <a:gd name="connsiteX17" fmla="*/ 410133 w 1461167"/>
              <a:gd name="connsiteY17" fmla="*/ 1061545 h 1275169"/>
              <a:gd name="connsiteX18" fmla="*/ 389112 w 1461167"/>
              <a:gd name="connsiteY18" fmla="*/ 714703 h 1275169"/>
              <a:gd name="connsiteX19" fmla="*/ 399623 w 1461167"/>
              <a:gd name="connsiteY19" fmla="*/ 672662 h 1275169"/>
              <a:gd name="connsiteX20" fmla="*/ 357581 w 1461167"/>
              <a:gd name="connsiteY20" fmla="*/ 662151 h 1275169"/>
              <a:gd name="connsiteX21" fmla="*/ 273498 w 1461167"/>
              <a:gd name="connsiteY21" fmla="*/ 609600 h 1275169"/>
              <a:gd name="connsiteX22" fmla="*/ 220947 w 1461167"/>
              <a:gd name="connsiteY22" fmla="*/ 567558 h 1275169"/>
              <a:gd name="connsiteX23" fmla="*/ 52781 w 1461167"/>
              <a:gd name="connsiteY23" fmla="*/ 451945 h 1275169"/>
              <a:gd name="connsiteX24" fmla="*/ 21250 w 1461167"/>
              <a:gd name="connsiteY24" fmla="*/ 420414 h 1275169"/>
              <a:gd name="connsiteX25" fmla="*/ 229 w 1461167"/>
              <a:gd name="connsiteY25" fmla="*/ 367862 h 1275169"/>
              <a:gd name="connsiteX26" fmla="*/ 10740 w 1461167"/>
              <a:gd name="connsiteY26" fmla="*/ 336331 h 1275169"/>
              <a:gd name="connsiteX27" fmla="*/ 84312 w 1461167"/>
              <a:gd name="connsiteY27" fmla="*/ 262758 h 1275169"/>
              <a:gd name="connsiteX28" fmla="*/ 115843 w 1461167"/>
              <a:gd name="connsiteY28" fmla="*/ 231227 h 1275169"/>
              <a:gd name="connsiteX29" fmla="*/ 483705 w 1461167"/>
              <a:gd name="connsiteY29" fmla="*/ 21020 h 1275169"/>
              <a:gd name="connsiteX30" fmla="*/ 578298 w 1461167"/>
              <a:gd name="connsiteY30" fmla="*/ 0 h 1275169"/>
              <a:gd name="connsiteX31" fmla="*/ 599319 w 1461167"/>
              <a:gd name="connsiteY31" fmla="*/ 31531 h 1275169"/>
              <a:gd name="connsiteX32" fmla="*/ 609829 w 1461167"/>
              <a:gd name="connsiteY32" fmla="*/ 73572 h 1275169"/>
              <a:gd name="connsiteX33" fmla="*/ 620340 w 1461167"/>
              <a:gd name="connsiteY33" fmla="*/ 105103 h 1275169"/>
              <a:gd name="connsiteX34" fmla="*/ 641360 w 1461167"/>
              <a:gd name="connsiteY34" fmla="*/ 367862 h 1275169"/>
              <a:gd name="connsiteX35" fmla="*/ 651871 w 1461167"/>
              <a:gd name="connsiteY35" fmla="*/ 409903 h 1275169"/>
              <a:gd name="connsiteX36" fmla="*/ 672891 w 1461167"/>
              <a:gd name="connsiteY36" fmla="*/ 451945 h 1275169"/>
              <a:gd name="connsiteX37" fmla="*/ 704423 w 1461167"/>
              <a:gd name="connsiteY37" fmla="*/ 294289 h 1275169"/>
              <a:gd name="connsiteX38" fmla="*/ 672891 w 1461167"/>
              <a:gd name="connsiteY38" fmla="*/ 304800 h 1275169"/>
              <a:gd name="connsiteX39" fmla="*/ 630850 w 1461167"/>
              <a:gd name="connsiteY39" fmla="*/ 294289 h 1275169"/>
              <a:gd name="connsiteX40" fmla="*/ 641360 w 1461167"/>
              <a:gd name="connsiteY40" fmla="*/ 262758 h 1275169"/>
              <a:gd name="connsiteX41" fmla="*/ 651871 w 1461167"/>
              <a:gd name="connsiteY41" fmla="*/ 262758 h 127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61167" h="1275169">
                <a:moveTo>
                  <a:pt x="651871" y="262758"/>
                </a:moveTo>
                <a:lnTo>
                  <a:pt x="651871" y="262758"/>
                </a:lnTo>
                <a:cubicBezTo>
                  <a:pt x="677960" y="330588"/>
                  <a:pt x="723657" y="471179"/>
                  <a:pt x="777995" y="525517"/>
                </a:cubicBezTo>
                <a:cubicBezTo>
                  <a:pt x="795512" y="543034"/>
                  <a:pt x="810728" y="563205"/>
                  <a:pt x="830547" y="578069"/>
                </a:cubicBezTo>
                <a:cubicBezTo>
                  <a:pt x="883000" y="617408"/>
                  <a:pt x="936131" y="633761"/>
                  <a:pt x="998712" y="651641"/>
                </a:cubicBezTo>
                <a:cubicBezTo>
                  <a:pt x="1040380" y="663546"/>
                  <a:pt x="1082412" y="674334"/>
                  <a:pt x="1124836" y="683172"/>
                </a:cubicBezTo>
                <a:cubicBezTo>
                  <a:pt x="1166561" y="691865"/>
                  <a:pt x="1209092" y="696218"/>
                  <a:pt x="1250960" y="704193"/>
                </a:cubicBezTo>
                <a:cubicBezTo>
                  <a:pt x="1306721" y="714814"/>
                  <a:pt x="1349003" y="721683"/>
                  <a:pt x="1398105" y="746234"/>
                </a:cubicBezTo>
                <a:cubicBezTo>
                  <a:pt x="1427370" y="760866"/>
                  <a:pt x="1437923" y="775542"/>
                  <a:pt x="1461167" y="798786"/>
                </a:cubicBezTo>
                <a:cubicBezTo>
                  <a:pt x="1457664" y="861848"/>
                  <a:pt x="1455693" y="925014"/>
                  <a:pt x="1450657" y="987972"/>
                </a:cubicBezTo>
                <a:cubicBezTo>
                  <a:pt x="1448139" y="1019449"/>
                  <a:pt x="1437421" y="1080360"/>
                  <a:pt x="1429636" y="1114096"/>
                </a:cubicBezTo>
                <a:cubicBezTo>
                  <a:pt x="1428858" y="1117467"/>
                  <a:pt x="1414451" y="1214790"/>
                  <a:pt x="1387595" y="1229710"/>
                </a:cubicBezTo>
                <a:cubicBezTo>
                  <a:pt x="1365299" y="1242097"/>
                  <a:pt x="1339033" y="1245729"/>
                  <a:pt x="1314023" y="1250731"/>
                </a:cubicBezTo>
                <a:cubicBezTo>
                  <a:pt x="1263475" y="1260841"/>
                  <a:pt x="1130566" y="1268885"/>
                  <a:pt x="1093305" y="1271751"/>
                </a:cubicBezTo>
                <a:cubicBezTo>
                  <a:pt x="1017119" y="1270020"/>
                  <a:pt x="693689" y="1292698"/>
                  <a:pt x="536257" y="1240220"/>
                </a:cubicBezTo>
                <a:cubicBezTo>
                  <a:pt x="513961" y="1232788"/>
                  <a:pt x="494216" y="1219199"/>
                  <a:pt x="473195" y="1208689"/>
                </a:cubicBezTo>
                <a:cubicBezTo>
                  <a:pt x="459181" y="1191172"/>
                  <a:pt x="439991" y="1176757"/>
                  <a:pt x="431154" y="1156138"/>
                </a:cubicBezTo>
                <a:cubicBezTo>
                  <a:pt x="418430" y="1126449"/>
                  <a:pt x="414701" y="1093521"/>
                  <a:pt x="410133" y="1061545"/>
                </a:cubicBezTo>
                <a:cubicBezTo>
                  <a:pt x="399446" y="986733"/>
                  <a:pt x="391261" y="759819"/>
                  <a:pt x="389112" y="714703"/>
                </a:cubicBezTo>
                <a:cubicBezTo>
                  <a:pt x="392616" y="700689"/>
                  <a:pt x="407055" y="685049"/>
                  <a:pt x="399623" y="672662"/>
                </a:cubicBezTo>
                <a:cubicBezTo>
                  <a:pt x="392191" y="660275"/>
                  <a:pt x="370501" y="668611"/>
                  <a:pt x="357581" y="662151"/>
                </a:cubicBezTo>
                <a:cubicBezTo>
                  <a:pt x="328019" y="647370"/>
                  <a:pt x="299307" y="630247"/>
                  <a:pt x="273498" y="609600"/>
                </a:cubicBezTo>
                <a:cubicBezTo>
                  <a:pt x="255981" y="595586"/>
                  <a:pt x="239274" y="580495"/>
                  <a:pt x="220947" y="567558"/>
                </a:cubicBezTo>
                <a:cubicBezTo>
                  <a:pt x="212262" y="561427"/>
                  <a:pt x="89477" y="483398"/>
                  <a:pt x="52781" y="451945"/>
                </a:cubicBezTo>
                <a:cubicBezTo>
                  <a:pt x="41495" y="442272"/>
                  <a:pt x="31760" y="430924"/>
                  <a:pt x="21250" y="420414"/>
                </a:cubicBezTo>
                <a:cubicBezTo>
                  <a:pt x="14243" y="402897"/>
                  <a:pt x="2569" y="386583"/>
                  <a:pt x="229" y="367862"/>
                </a:cubicBezTo>
                <a:cubicBezTo>
                  <a:pt x="-1145" y="356869"/>
                  <a:pt x="3819" y="344982"/>
                  <a:pt x="10740" y="336331"/>
                </a:cubicBezTo>
                <a:cubicBezTo>
                  <a:pt x="32406" y="309249"/>
                  <a:pt x="59788" y="287282"/>
                  <a:pt x="84312" y="262758"/>
                </a:cubicBezTo>
                <a:cubicBezTo>
                  <a:pt x="94822" y="252248"/>
                  <a:pt x="103238" y="239105"/>
                  <a:pt x="115843" y="231227"/>
                </a:cubicBezTo>
                <a:cubicBezTo>
                  <a:pt x="173585" y="195139"/>
                  <a:pt x="423759" y="33009"/>
                  <a:pt x="483705" y="21020"/>
                </a:cubicBezTo>
                <a:cubicBezTo>
                  <a:pt x="550421" y="7677"/>
                  <a:pt x="518926" y="14843"/>
                  <a:pt x="578298" y="0"/>
                </a:cubicBezTo>
                <a:cubicBezTo>
                  <a:pt x="585305" y="10510"/>
                  <a:pt x="594343" y="19920"/>
                  <a:pt x="599319" y="31531"/>
                </a:cubicBezTo>
                <a:cubicBezTo>
                  <a:pt x="605009" y="44808"/>
                  <a:pt x="605861" y="59683"/>
                  <a:pt x="609829" y="73572"/>
                </a:cubicBezTo>
                <a:cubicBezTo>
                  <a:pt x="612873" y="84225"/>
                  <a:pt x="616836" y="94593"/>
                  <a:pt x="620340" y="105103"/>
                </a:cubicBezTo>
                <a:cubicBezTo>
                  <a:pt x="627172" y="234924"/>
                  <a:pt x="621426" y="268192"/>
                  <a:pt x="641360" y="367862"/>
                </a:cubicBezTo>
                <a:cubicBezTo>
                  <a:pt x="644193" y="382026"/>
                  <a:pt x="646799" y="396378"/>
                  <a:pt x="651871" y="409903"/>
                </a:cubicBezTo>
                <a:cubicBezTo>
                  <a:pt x="657372" y="424573"/>
                  <a:pt x="665884" y="437931"/>
                  <a:pt x="672891" y="451945"/>
                </a:cubicBezTo>
                <a:cubicBezTo>
                  <a:pt x="687138" y="409206"/>
                  <a:pt x="715529" y="338713"/>
                  <a:pt x="704423" y="294289"/>
                </a:cubicBezTo>
                <a:cubicBezTo>
                  <a:pt x="701736" y="283541"/>
                  <a:pt x="683402" y="301296"/>
                  <a:pt x="672891" y="304800"/>
                </a:cubicBezTo>
                <a:cubicBezTo>
                  <a:pt x="658877" y="301296"/>
                  <a:pt x="639517" y="305845"/>
                  <a:pt x="630850" y="294289"/>
                </a:cubicBezTo>
                <a:cubicBezTo>
                  <a:pt x="624203" y="285426"/>
                  <a:pt x="631451" y="267712"/>
                  <a:pt x="641360" y="262758"/>
                </a:cubicBezTo>
                <a:cubicBezTo>
                  <a:pt x="648367" y="259255"/>
                  <a:pt x="650119" y="262758"/>
                  <a:pt x="651871" y="2627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6819B-A17B-29BF-9097-61B22065B3B8}"/>
              </a:ext>
            </a:extLst>
          </p:cNvPr>
          <p:cNvSpPr txBox="1"/>
          <p:nvPr/>
        </p:nvSpPr>
        <p:spPr>
          <a:xfrm>
            <a:off x="3636579" y="58857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Blinds</a:t>
            </a:r>
          </a:p>
        </p:txBody>
      </p:sp>
    </p:spTree>
    <p:extLst>
      <p:ext uri="{BB962C8B-B14F-4D97-AF65-F5344CB8AC3E}">
        <p14:creationId xmlns:p14="http://schemas.microsoft.com/office/powerpoint/2010/main" val="343460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494DD-5680-3692-95AD-AAC329F78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BD0E125D-9338-2AAC-2400-FDB3D85420B9}"/>
              </a:ext>
            </a:extLst>
          </p:cNvPr>
          <p:cNvSpPr/>
          <p:nvPr/>
        </p:nvSpPr>
        <p:spPr>
          <a:xfrm>
            <a:off x="672433" y="201168"/>
            <a:ext cx="988202" cy="1114096"/>
          </a:xfrm>
          <a:custGeom>
            <a:avLst/>
            <a:gdLst>
              <a:gd name="connsiteX0" fmla="*/ 651871 w 1461167"/>
              <a:gd name="connsiteY0" fmla="*/ 262758 h 1275169"/>
              <a:gd name="connsiteX1" fmla="*/ 651871 w 1461167"/>
              <a:gd name="connsiteY1" fmla="*/ 262758 h 1275169"/>
              <a:gd name="connsiteX2" fmla="*/ 777995 w 1461167"/>
              <a:gd name="connsiteY2" fmla="*/ 525517 h 1275169"/>
              <a:gd name="connsiteX3" fmla="*/ 830547 w 1461167"/>
              <a:gd name="connsiteY3" fmla="*/ 578069 h 1275169"/>
              <a:gd name="connsiteX4" fmla="*/ 998712 w 1461167"/>
              <a:gd name="connsiteY4" fmla="*/ 651641 h 1275169"/>
              <a:gd name="connsiteX5" fmla="*/ 1124836 w 1461167"/>
              <a:gd name="connsiteY5" fmla="*/ 683172 h 1275169"/>
              <a:gd name="connsiteX6" fmla="*/ 1250960 w 1461167"/>
              <a:gd name="connsiteY6" fmla="*/ 704193 h 1275169"/>
              <a:gd name="connsiteX7" fmla="*/ 1398105 w 1461167"/>
              <a:gd name="connsiteY7" fmla="*/ 746234 h 1275169"/>
              <a:gd name="connsiteX8" fmla="*/ 1461167 w 1461167"/>
              <a:gd name="connsiteY8" fmla="*/ 798786 h 1275169"/>
              <a:gd name="connsiteX9" fmla="*/ 1450657 w 1461167"/>
              <a:gd name="connsiteY9" fmla="*/ 987972 h 1275169"/>
              <a:gd name="connsiteX10" fmla="*/ 1429636 w 1461167"/>
              <a:gd name="connsiteY10" fmla="*/ 1114096 h 1275169"/>
              <a:gd name="connsiteX11" fmla="*/ 1387595 w 1461167"/>
              <a:gd name="connsiteY11" fmla="*/ 1229710 h 1275169"/>
              <a:gd name="connsiteX12" fmla="*/ 1314023 w 1461167"/>
              <a:gd name="connsiteY12" fmla="*/ 1250731 h 1275169"/>
              <a:gd name="connsiteX13" fmla="*/ 1093305 w 1461167"/>
              <a:gd name="connsiteY13" fmla="*/ 1271751 h 1275169"/>
              <a:gd name="connsiteX14" fmla="*/ 536257 w 1461167"/>
              <a:gd name="connsiteY14" fmla="*/ 1240220 h 1275169"/>
              <a:gd name="connsiteX15" fmla="*/ 473195 w 1461167"/>
              <a:gd name="connsiteY15" fmla="*/ 1208689 h 1275169"/>
              <a:gd name="connsiteX16" fmla="*/ 431154 w 1461167"/>
              <a:gd name="connsiteY16" fmla="*/ 1156138 h 1275169"/>
              <a:gd name="connsiteX17" fmla="*/ 410133 w 1461167"/>
              <a:gd name="connsiteY17" fmla="*/ 1061545 h 1275169"/>
              <a:gd name="connsiteX18" fmla="*/ 389112 w 1461167"/>
              <a:gd name="connsiteY18" fmla="*/ 714703 h 1275169"/>
              <a:gd name="connsiteX19" fmla="*/ 399623 w 1461167"/>
              <a:gd name="connsiteY19" fmla="*/ 672662 h 1275169"/>
              <a:gd name="connsiteX20" fmla="*/ 357581 w 1461167"/>
              <a:gd name="connsiteY20" fmla="*/ 662151 h 1275169"/>
              <a:gd name="connsiteX21" fmla="*/ 273498 w 1461167"/>
              <a:gd name="connsiteY21" fmla="*/ 609600 h 1275169"/>
              <a:gd name="connsiteX22" fmla="*/ 220947 w 1461167"/>
              <a:gd name="connsiteY22" fmla="*/ 567558 h 1275169"/>
              <a:gd name="connsiteX23" fmla="*/ 52781 w 1461167"/>
              <a:gd name="connsiteY23" fmla="*/ 451945 h 1275169"/>
              <a:gd name="connsiteX24" fmla="*/ 21250 w 1461167"/>
              <a:gd name="connsiteY24" fmla="*/ 420414 h 1275169"/>
              <a:gd name="connsiteX25" fmla="*/ 229 w 1461167"/>
              <a:gd name="connsiteY25" fmla="*/ 367862 h 1275169"/>
              <a:gd name="connsiteX26" fmla="*/ 10740 w 1461167"/>
              <a:gd name="connsiteY26" fmla="*/ 336331 h 1275169"/>
              <a:gd name="connsiteX27" fmla="*/ 84312 w 1461167"/>
              <a:gd name="connsiteY27" fmla="*/ 262758 h 1275169"/>
              <a:gd name="connsiteX28" fmla="*/ 115843 w 1461167"/>
              <a:gd name="connsiteY28" fmla="*/ 231227 h 1275169"/>
              <a:gd name="connsiteX29" fmla="*/ 483705 w 1461167"/>
              <a:gd name="connsiteY29" fmla="*/ 21020 h 1275169"/>
              <a:gd name="connsiteX30" fmla="*/ 578298 w 1461167"/>
              <a:gd name="connsiteY30" fmla="*/ 0 h 1275169"/>
              <a:gd name="connsiteX31" fmla="*/ 599319 w 1461167"/>
              <a:gd name="connsiteY31" fmla="*/ 31531 h 1275169"/>
              <a:gd name="connsiteX32" fmla="*/ 609829 w 1461167"/>
              <a:gd name="connsiteY32" fmla="*/ 73572 h 1275169"/>
              <a:gd name="connsiteX33" fmla="*/ 620340 w 1461167"/>
              <a:gd name="connsiteY33" fmla="*/ 105103 h 1275169"/>
              <a:gd name="connsiteX34" fmla="*/ 641360 w 1461167"/>
              <a:gd name="connsiteY34" fmla="*/ 367862 h 1275169"/>
              <a:gd name="connsiteX35" fmla="*/ 651871 w 1461167"/>
              <a:gd name="connsiteY35" fmla="*/ 409903 h 1275169"/>
              <a:gd name="connsiteX36" fmla="*/ 672891 w 1461167"/>
              <a:gd name="connsiteY36" fmla="*/ 451945 h 1275169"/>
              <a:gd name="connsiteX37" fmla="*/ 704423 w 1461167"/>
              <a:gd name="connsiteY37" fmla="*/ 294289 h 1275169"/>
              <a:gd name="connsiteX38" fmla="*/ 672891 w 1461167"/>
              <a:gd name="connsiteY38" fmla="*/ 304800 h 1275169"/>
              <a:gd name="connsiteX39" fmla="*/ 630850 w 1461167"/>
              <a:gd name="connsiteY39" fmla="*/ 294289 h 1275169"/>
              <a:gd name="connsiteX40" fmla="*/ 641360 w 1461167"/>
              <a:gd name="connsiteY40" fmla="*/ 262758 h 1275169"/>
              <a:gd name="connsiteX41" fmla="*/ 651871 w 1461167"/>
              <a:gd name="connsiteY41" fmla="*/ 262758 h 127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61167" h="1275169">
                <a:moveTo>
                  <a:pt x="651871" y="262758"/>
                </a:moveTo>
                <a:lnTo>
                  <a:pt x="651871" y="262758"/>
                </a:lnTo>
                <a:cubicBezTo>
                  <a:pt x="677960" y="330588"/>
                  <a:pt x="723657" y="471179"/>
                  <a:pt x="777995" y="525517"/>
                </a:cubicBezTo>
                <a:cubicBezTo>
                  <a:pt x="795512" y="543034"/>
                  <a:pt x="810728" y="563205"/>
                  <a:pt x="830547" y="578069"/>
                </a:cubicBezTo>
                <a:cubicBezTo>
                  <a:pt x="883000" y="617408"/>
                  <a:pt x="936131" y="633761"/>
                  <a:pt x="998712" y="651641"/>
                </a:cubicBezTo>
                <a:cubicBezTo>
                  <a:pt x="1040380" y="663546"/>
                  <a:pt x="1082412" y="674334"/>
                  <a:pt x="1124836" y="683172"/>
                </a:cubicBezTo>
                <a:cubicBezTo>
                  <a:pt x="1166561" y="691865"/>
                  <a:pt x="1209092" y="696218"/>
                  <a:pt x="1250960" y="704193"/>
                </a:cubicBezTo>
                <a:cubicBezTo>
                  <a:pt x="1306721" y="714814"/>
                  <a:pt x="1349003" y="721683"/>
                  <a:pt x="1398105" y="746234"/>
                </a:cubicBezTo>
                <a:cubicBezTo>
                  <a:pt x="1427370" y="760866"/>
                  <a:pt x="1437923" y="775542"/>
                  <a:pt x="1461167" y="798786"/>
                </a:cubicBezTo>
                <a:cubicBezTo>
                  <a:pt x="1457664" y="861848"/>
                  <a:pt x="1455693" y="925014"/>
                  <a:pt x="1450657" y="987972"/>
                </a:cubicBezTo>
                <a:cubicBezTo>
                  <a:pt x="1448139" y="1019449"/>
                  <a:pt x="1437421" y="1080360"/>
                  <a:pt x="1429636" y="1114096"/>
                </a:cubicBezTo>
                <a:cubicBezTo>
                  <a:pt x="1428858" y="1117467"/>
                  <a:pt x="1414451" y="1214790"/>
                  <a:pt x="1387595" y="1229710"/>
                </a:cubicBezTo>
                <a:cubicBezTo>
                  <a:pt x="1365299" y="1242097"/>
                  <a:pt x="1339033" y="1245729"/>
                  <a:pt x="1314023" y="1250731"/>
                </a:cubicBezTo>
                <a:cubicBezTo>
                  <a:pt x="1263475" y="1260841"/>
                  <a:pt x="1130566" y="1268885"/>
                  <a:pt x="1093305" y="1271751"/>
                </a:cubicBezTo>
                <a:cubicBezTo>
                  <a:pt x="1017119" y="1270020"/>
                  <a:pt x="693689" y="1292698"/>
                  <a:pt x="536257" y="1240220"/>
                </a:cubicBezTo>
                <a:cubicBezTo>
                  <a:pt x="513961" y="1232788"/>
                  <a:pt x="494216" y="1219199"/>
                  <a:pt x="473195" y="1208689"/>
                </a:cubicBezTo>
                <a:cubicBezTo>
                  <a:pt x="459181" y="1191172"/>
                  <a:pt x="439991" y="1176757"/>
                  <a:pt x="431154" y="1156138"/>
                </a:cubicBezTo>
                <a:cubicBezTo>
                  <a:pt x="418430" y="1126449"/>
                  <a:pt x="414701" y="1093521"/>
                  <a:pt x="410133" y="1061545"/>
                </a:cubicBezTo>
                <a:cubicBezTo>
                  <a:pt x="399446" y="986733"/>
                  <a:pt x="391261" y="759819"/>
                  <a:pt x="389112" y="714703"/>
                </a:cubicBezTo>
                <a:cubicBezTo>
                  <a:pt x="392616" y="700689"/>
                  <a:pt x="407055" y="685049"/>
                  <a:pt x="399623" y="672662"/>
                </a:cubicBezTo>
                <a:cubicBezTo>
                  <a:pt x="392191" y="660275"/>
                  <a:pt x="370501" y="668611"/>
                  <a:pt x="357581" y="662151"/>
                </a:cubicBezTo>
                <a:cubicBezTo>
                  <a:pt x="328019" y="647370"/>
                  <a:pt x="299307" y="630247"/>
                  <a:pt x="273498" y="609600"/>
                </a:cubicBezTo>
                <a:cubicBezTo>
                  <a:pt x="255981" y="595586"/>
                  <a:pt x="239274" y="580495"/>
                  <a:pt x="220947" y="567558"/>
                </a:cubicBezTo>
                <a:cubicBezTo>
                  <a:pt x="212262" y="561427"/>
                  <a:pt x="89477" y="483398"/>
                  <a:pt x="52781" y="451945"/>
                </a:cubicBezTo>
                <a:cubicBezTo>
                  <a:pt x="41495" y="442272"/>
                  <a:pt x="31760" y="430924"/>
                  <a:pt x="21250" y="420414"/>
                </a:cubicBezTo>
                <a:cubicBezTo>
                  <a:pt x="14243" y="402897"/>
                  <a:pt x="2569" y="386583"/>
                  <a:pt x="229" y="367862"/>
                </a:cubicBezTo>
                <a:cubicBezTo>
                  <a:pt x="-1145" y="356869"/>
                  <a:pt x="3819" y="344982"/>
                  <a:pt x="10740" y="336331"/>
                </a:cubicBezTo>
                <a:cubicBezTo>
                  <a:pt x="32406" y="309249"/>
                  <a:pt x="59788" y="287282"/>
                  <a:pt x="84312" y="262758"/>
                </a:cubicBezTo>
                <a:cubicBezTo>
                  <a:pt x="94822" y="252248"/>
                  <a:pt x="103238" y="239105"/>
                  <a:pt x="115843" y="231227"/>
                </a:cubicBezTo>
                <a:cubicBezTo>
                  <a:pt x="173585" y="195139"/>
                  <a:pt x="423759" y="33009"/>
                  <a:pt x="483705" y="21020"/>
                </a:cubicBezTo>
                <a:cubicBezTo>
                  <a:pt x="550421" y="7677"/>
                  <a:pt x="518926" y="14843"/>
                  <a:pt x="578298" y="0"/>
                </a:cubicBezTo>
                <a:cubicBezTo>
                  <a:pt x="585305" y="10510"/>
                  <a:pt x="594343" y="19920"/>
                  <a:pt x="599319" y="31531"/>
                </a:cubicBezTo>
                <a:cubicBezTo>
                  <a:pt x="605009" y="44808"/>
                  <a:pt x="605861" y="59683"/>
                  <a:pt x="609829" y="73572"/>
                </a:cubicBezTo>
                <a:cubicBezTo>
                  <a:pt x="612873" y="84225"/>
                  <a:pt x="616836" y="94593"/>
                  <a:pt x="620340" y="105103"/>
                </a:cubicBezTo>
                <a:cubicBezTo>
                  <a:pt x="627172" y="234924"/>
                  <a:pt x="621426" y="268192"/>
                  <a:pt x="641360" y="367862"/>
                </a:cubicBezTo>
                <a:cubicBezTo>
                  <a:pt x="644193" y="382026"/>
                  <a:pt x="646799" y="396378"/>
                  <a:pt x="651871" y="409903"/>
                </a:cubicBezTo>
                <a:cubicBezTo>
                  <a:pt x="657372" y="424573"/>
                  <a:pt x="665884" y="437931"/>
                  <a:pt x="672891" y="451945"/>
                </a:cubicBezTo>
                <a:cubicBezTo>
                  <a:pt x="687138" y="409206"/>
                  <a:pt x="715529" y="338713"/>
                  <a:pt x="704423" y="294289"/>
                </a:cubicBezTo>
                <a:cubicBezTo>
                  <a:pt x="701736" y="283541"/>
                  <a:pt x="683402" y="301296"/>
                  <a:pt x="672891" y="304800"/>
                </a:cubicBezTo>
                <a:cubicBezTo>
                  <a:pt x="658877" y="301296"/>
                  <a:pt x="639517" y="305845"/>
                  <a:pt x="630850" y="294289"/>
                </a:cubicBezTo>
                <a:cubicBezTo>
                  <a:pt x="624203" y="285426"/>
                  <a:pt x="631451" y="267712"/>
                  <a:pt x="641360" y="262758"/>
                </a:cubicBezTo>
                <a:cubicBezTo>
                  <a:pt x="648367" y="259255"/>
                  <a:pt x="650119" y="262758"/>
                  <a:pt x="651871" y="2627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306EF-2432-84C2-99BE-2C3E8D973221}"/>
              </a:ext>
            </a:extLst>
          </p:cNvPr>
          <p:cNvSpPr txBox="1"/>
          <p:nvPr/>
        </p:nvSpPr>
        <p:spPr>
          <a:xfrm>
            <a:off x="3636579" y="58857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Fly in</a:t>
            </a:r>
          </a:p>
        </p:txBody>
      </p:sp>
    </p:spTree>
    <p:extLst>
      <p:ext uri="{BB962C8B-B14F-4D97-AF65-F5344CB8AC3E}">
        <p14:creationId xmlns:p14="http://schemas.microsoft.com/office/powerpoint/2010/main" val="335869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02DA9-EC02-EB43-E000-0C951C91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CE6DF92E-128F-6252-D0DD-5A28AD5DA98B}"/>
              </a:ext>
            </a:extLst>
          </p:cNvPr>
          <p:cNvSpPr/>
          <p:nvPr/>
        </p:nvSpPr>
        <p:spPr>
          <a:xfrm>
            <a:off x="672433" y="201168"/>
            <a:ext cx="988202" cy="1114096"/>
          </a:xfrm>
          <a:custGeom>
            <a:avLst/>
            <a:gdLst>
              <a:gd name="connsiteX0" fmla="*/ 651871 w 1461167"/>
              <a:gd name="connsiteY0" fmla="*/ 262758 h 1275169"/>
              <a:gd name="connsiteX1" fmla="*/ 651871 w 1461167"/>
              <a:gd name="connsiteY1" fmla="*/ 262758 h 1275169"/>
              <a:gd name="connsiteX2" fmla="*/ 777995 w 1461167"/>
              <a:gd name="connsiteY2" fmla="*/ 525517 h 1275169"/>
              <a:gd name="connsiteX3" fmla="*/ 830547 w 1461167"/>
              <a:gd name="connsiteY3" fmla="*/ 578069 h 1275169"/>
              <a:gd name="connsiteX4" fmla="*/ 998712 w 1461167"/>
              <a:gd name="connsiteY4" fmla="*/ 651641 h 1275169"/>
              <a:gd name="connsiteX5" fmla="*/ 1124836 w 1461167"/>
              <a:gd name="connsiteY5" fmla="*/ 683172 h 1275169"/>
              <a:gd name="connsiteX6" fmla="*/ 1250960 w 1461167"/>
              <a:gd name="connsiteY6" fmla="*/ 704193 h 1275169"/>
              <a:gd name="connsiteX7" fmla="*/ 1398105 w 1461167"/>
              <a:gd name="connsiteY7" fmla="*/ 746234 h 1275169"/>
              <a:gd name="connsiteX8" fmla="*/ 1461167 w 1461167"/>
              <a:gd name="connsiteY8" fmla="*/ 798786 h 1275169"/>
              <a:gd name="connsiteX9" fmla="*/ 1450657 w 1461167"/>
              <a:gd name="connsiteY9" fmla="*/ 987972 h 1275169"/>
              <a:gd name="connsiteX10" fmla="*/ 1429636 w 1461167"/>
              <a:gd name="connsiteY10" fmla="*/ 1114096 h 1275169"/>
              <a:gd name="connsiteX11" fmla="*/ 1387595 w 1461167"/>
              <a:gd name="connsiteY11" fmla="*/ 1229710 h 1275169"/>
              <a:gd name="connsiteX12" fmla="*/ 1314023 w 1461167"/>
              <a:gd name="connsiteY12" fmla="*/ 1250731 h 1275169"/>
              <a:gd name="connsiteX13" fmla="*/ 1093305 w 1461167"/>
              <a:gd name="connsiteY13" fmla="*/ 1271751 h 1275169"/>
              <a:gd name="connsiteX14" fmla="*/ 536257 w 1461167"/>
              <a:gd name="connsiteY14" fmla="*/ 1240220 h 1275169"/>
              <a:gd name="connsiteX15" fmla="*/ 473195 w 1461167"/>
              <a:gd name="connsiteY15" fmla="*/ 1208689 h 1275169"/>
              <a:gd name="connsiteX16" fmla="*/ 431154 w 1461167"/>
              <a:gd name="connsiteY16" fmla="*/ 1156138 h 1275169"/>
              <a:gd name="connsiteX17" fmla="*/ 410133 w 1461167"/>
              <a:gd name="connsiteY17" fmla="*/ 1061545 h 1275169"/>
              <a:gd name="connsiteX18" fmla="*/ 389112 w 1461167"/>
              <a:gd name="connsiteY18" fmla="*/ 714703 h 1275169"/>
              <a:gd name="connsiteX19" fmla="*/ 399623 w 1461167"/>
              <a:gd name="connsiteY19" fmla="*/ 672662 h 1275169"/>
              <a:gd name="connsiteX20" fmla="*/ 357581 w 1461167"/>
              <a:gd name="connsiteY20" fmla="*/ 662151 h 1275169"/>
              <a:gd name="connsiteX21" fmla="*/ 273498 w 1461167"/>
              <a:gd name="connsiteY21" fmla="*/ 609600 h 1275169"/>
              <a:gd name="connsiteX22" fmla="*/ 220947 w 1461167"/>
              <a:gd name="connsiteY22" fmla="*/ 567558 h 1275169"/>
              <a:gd name="connsiteX23" fmla="*/ 52781 w 1461167"/>
              <a:gd name="connsiteY23" fmla="*/ 451945 h 1275169"/>
              <a:gd name="connsiteX24" fmla="*/ 21250 w 1461167"/>
              <a:gd name="connsiteY24" fmla="*/ 420414 h 1275169"/>
              <a:gd name="connsiteX25" fmla="*/ 229 w 1461167"/>
              <a:gd name="connsiteY25" fmla="*/ 367862 h 1275169"/>
              <a:gd name="connsiteX26" fmla="*/ 10740 w 1461167"/>
              <a:gd name="connsiteY26" fmla="*/ 336331 h 1275169"/>
              <a:gd name="connsiteX27" fmla="*/ 84312 w 1461167"/>
              <a:gd name="connsiteY27" fmla="*/ 262758 h 1275169"/>
              <a:gd name="connsiteX28" fmla="*/ 115843 w 1461167"/>
              <a:gd name="connsiteY28" fmla="*/ 231227 h 1275169"/>
              <a:gd name="connsiteX29" fmla="*/ 483705 w 1461167"/>
              <a:gd name="connsiteY29" fmla="*/ 21020 h 1275169"/>
              <a:gd name="connsiteX30" fmla="*/ 578298 w 1461167"/>
              <a:gd name="connsiteY30" fmla="*/ 0 h 1275169"/>
              <a:gd name="connsiteX31" fmla="*/ 599319 w 1461167"/>
              <a:gd name="connsiteY31" fmla="*/ 31531 h 1275169"/>
              <a:gd name="connsiteX32" fmla="*/ 609829 w 1461167"/>
              <a:gd name="connsiteY32" fmla="*/ 73572 h 1275169"/>
              <a:gd name="connsiteX33" fmla="*/ 620340 w 1461167"/>
              <a:gd name="connsiteY33" fmla="*/ 105103 h 1275169"/>
              <a:gd name="connsiteX34" fmla="*/ 641360 w 1461167"/>
              <a:gd name="connsiteY34" fmla="*/ 367862 h 1275169"/>
              <a:gd name="connsiteX35" fmla="*/ 651871 w 1461167"/>
              <a:gd name="connsiteY35" fmla="*/ 409903 h 1275169"/>
              <a:gd name="connsiteX36" fmla="*/ 672891 w 1461167"/>
              <a:gd name="connsiteY36" fmla="*/ 451945 h 1275169"/>
              <a:gd name="connsiteX37" fmla="*/ 704423 w 1461167"/>
              <a:gd name="connsiteY37" fmla="*/ 294289 h 1275169"/>
              <a:gd name="connsiteX38" fmla="*/ 672891 w 1461167"/>
              <a:gd name="connsiteY38" fmla="*/ 304800 h 1275169"/>
              <a:gd name="connsiteX39" fmla="*/ 630850 w 1461167"/>
              <a:gd name="connsiteY39" fmla="*/ 294289 h 1275169"/>
              <a:gd name="connsiteX40" fmla="*/ 641360 w 1461167"/>
              <a:gd name="connsiteY40" fmla="*/ 262758 h 1275169"/>
              <a:gd name="connsiteX41" fmla="*/ 651871 w 1461167"/>
              <a:gd name="connsiteY41" fmla="*/ 262758 h 127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61167" h="1275169">
                <a:moveTo>
                  <a:pt x="651871" y="262758"/>
                </a:moveTo>
                <a:lnTo>
                  <a:pt x="651871" y="262758"/>
                </a:lnTo>
                <a:cubicBezTo>
                  <a:pt x="677960" y="330588"/>
                  <a:pt x="723657" y="471179"/>
                  <a:pt x="777995" y="525517"/>
                </a:cubicBezTo>
                <a:cubicBezTo>
                  <a:pt x="795512" y="543034"/>
                  <a:pt x="810728" y="563205"/>
                  <a:pt x="830547" y="578069"/>
                </a:cubicBezTo>
                <a:cubicBezTo>
                  <a:pt x="883000" y="617408"/>
                  <a:pt x="936131" y="633761"/>
                  <a:pt x="998712" y="651641"/>
                </a:cubicBezTo>
                <a:cubicBezTo>
                  <a:pt x="1040380" y="663546"/>
                  <a:pt x="1082412" y="674334"/>
                  <a:pt x="1124836" y="683172"/>
                </a:cubicBezTo>
                <a:cubicBezTo>
                  <a:pt x="1166561" y="691865"/>
                  <a:pt x="1209092" y="696218"/>
                  <a:pt x="1250960" y="704193"/>
                </a:cubicBezTo>
                <a:cubicBezTo>
                  <a:pt x="1306721" y="714814"/>
                  <a:pt x="1349003" y="721683"/>
                  <a:pt x="1398105" y="746234"/>
                </a:cubicBezTo>
                <a:cubicBezTo>
                  <a:pt x="1427370" y="760866"/>
                  <a:pt x="1437923" y="775542"/>
                  <a:pt x="1461167" y="798786"/>
                </a:cubicBezTo>
                <a:cubicBezTo>
                  <a:pt x="1457664" y="861848"/>
                  <a:pt x="1455693" y="925014"/>
                  <a:pt x="1450657" y="987972"/>
                </a:cubicBezTo>
                <a:cubicBezTo>
                  <a:pt x="1448139" y="1019449"/>
                  <a:pt x="1437421" y="1080360"/>
                  <a:pt x="1429636" y="1114096"/>
                </a:cubicBezTo>
                <a:cubicBezTo>
                  <a:pt x="1428858" y="1117467"/>
                  <a:pt x="1414451" y="1214790"/>
                  <a:pt x="1387595" y="1229710"/>
                </a:cubicBezTo>
                <a:cubicBezTo>
                  <a:pt x="1365299" y="1242097"/>
                  <a:pt x="1339033" y="1245729"/>
                  <a:pt x="1314023" y="1250731"/>
                </a:cubicBezTo>
                <a:cubicBezTo>
                  <a:pt x="1263475" y="1260841"/>
                  <a:pt x="1130566" y="1268885"/>
                  <a:pt x="1093305" y="1271751"/>
                </a:cubicBezTo>
                <a:cubicBezTo>
                  <a:pt x="1017119" y="1270020"/>
                  <a:pt x="693689" y="1292698"/>
                  <a:pt x="536257" y="1240220"/>
                </a:cubicBezTo>
                <a:cubicBezTo>
                  <a:pt x="513961" y="1232788"/>
                  <a:pt x="494216" y="1219199"/>
                  <a:pt x="473195" y="1208689"/>
                </a:cubicBezTo>
                <a:cubicBezTo>
                  <a:pt x="459181" y="1191172"/>
                  <a:pt x="439991" y="1176757"/>
                  <a:pt x="431154" y="1156138"/>
                </a:cubicBezTo>
                <a:cubicBezTo>
                  <a:pt x="418430" y="1126449"/>
                  <a:pt x="414701" y="1093521"/>
                  <a:pt x="410133" y="1061545"/>
                </a:cubicBezTo>
                <a:cubicBezTo>
                  <a:pt x="399446" y="986733"/>
                  <a:pt x="391261" y="759819"/>
                  <a:pt x="389112" y="714703"/>
                </a:cubicBezTo>
                <a:cubicBezTo>
                  <a:pt x="392616" y="700689"/>
                  <a:pt x="407055" y="685049"/>
                  <a:pt x="399623" y="672662"/>
                </a:cubicBezTo>
                <a:cubicBezTo>
                  <a:pt x="392191" y="660275"/>
                  <a:pt x="370501" y="668611"/>
                  <a:pt x="357581" y="662151"/>
                </a:cubicBezTo>
                <a:cubicBezTo>
                  <a:pt x="328019" y="647370"/>
                  <a:pt x="299307" y="630247"/>
                  <a:pt x="273498" y="609600"/>
                </a:cubicBezTo>
                <a:cubicBezTo>
                  <a:pt x="255981" y="595586"/>
                  <a:pt x="239274" y="580495"/>
                  <a:pt x="220947" y="567558"/>
                </a:cubicBezTo>
                <a:cubicBezTo>
                  <a:pt x="212262" y="561427"/>
                  <a:pt x="89477" y="483398"/>
                  <a:pt x="52781" y="451945"/>
                </a:cubicBezTo>
                <a:cubicBezTo>
                  <a:pt x="41495" y="442272"/>
                  <a:pt x="31760" y="430924"/>
                  <a:pt x="21250" y="420414"/>
                </a:cubicBezTo>
                <a:cubicBezTo>
                  <a:pt x="14243" y="402897"/>
                  <a:pt x="2569" y="386583"/>
                  <a:pt x="229" y="367862"/>
                </a:cubicBezTo>
                <a:cubicBezTo>
                  <a:pt x="-1145" y="356869"/>
                  <a:pt x="3819" y="344982"/>
                  <a:pt x="10740" y="336331"/>
                </a:cubicBezTo>
                <a:cubicBezTo>
                  <a:pt x="32406" y="309249"/>
                  <a:pt x="59788" y="287282"/>
                  <a:pt x="84312" y="262758"/>
                </a:cubicBezTo>
                <a:cubicBezTo>
                  <a:pt x="94822" y="252248"/>
                  <a:pt x="103238" y="239105"/>
                  <a:pt x="115843" y="231227"/>
                </a:cubicBezTo>
                <a:cubicBezTo>
                  <a:pt x="173585" y="195139"/>
                  <a:pt x="423759" y="33009"/>
                  <a:pt x="483705" y="21020"/>
                </a:cubicBezTo>
                <a:cubicBezTo>
                  <a:pt x="550421" y="7677"/>
                  <a:pt x="518926" y="14843"/>
                  <a:pt x="578298" y="0"/>
                </a:cubicBezTo>
                <a:cubicBezTo>
                  <a:pt x="585305" y="10510"/>
                  <a:pt x="594343" y="19920"/>
                  <a:pt x="599319" y="31531"/>
                </a:cubicBezTo>
                <a:cubicBezTo>
                  <a:pt x="605009" y="44808"/>
                  <a:pt x="605861" y="59683"/>
                  <a:pt x="609829" y="73572"/>
                </a:cubicBezTo>
                <a:cubicBezTo>
                  <a:pt x="612873" y="84225"/>
                  <a:pt x="616836" y="94593"/>
                  <a:pt x="620340" y="105103"/>
                </a:cubicBezTo>
                <a:cubicBezTo>
                  <a:pt x="627172" y="234924"/>
                  <a:pt x="621426" y="268192"/>
                  <a:pt x="641360" y="367862"/>
                </a:cubicBezTo>
                <a:cubicBezTo>
                  <a:pt x="644193" y="382026"/>
                  <a:pt x="646799" y="396378"/>
                  <a:pt x="651871" y="409903"/>
                </a:cubicBezTo>
                <a:cubicBezTo>
                  <a:pt x="657372" y="424573"/>
                  <a:pt x="665884" y="437931"/>
                  <a:pt x="672891" y="451945"/>
                </a:cubicBezTo>
                <a:cubicBezTo>
                  <a:pt x="687138" y="409206"/>
                  <a:pt x="715529" y="338713"/>
                  <a:pt x="704423" y="294289"/>
                </a:cubicBezTo>
                <a:cubicBezTo>
                  <a:pt x="701736" y="283541"/>
                  <a:pt x="683402" y="301296"/>
                  <a:pt x="672891" y="304800"/>
                </a:cubicBezTo>
                <a:cubicBezTo>
                  <a:pt x="658877" y="301296"/>
                  <a:pt x="639517" y="305845"/>
                  <a:pt x="630850" y="294289"/>
                </a:cubicBezTo>
                <a:cubicBezTo>
                  <a:pt x="624203" y="285426"/>
                  <a:pt x="631451" y="267712"/>
                  <a:pt x="641360" y="262758"/>
                </a:cubicBezTo>
                <a:cubicBezTo>
                  <a:pt x="648367" y="259255"/>
                  <a:pt x="650119" y="262758"/>
                  <a:pt x="651871" y="2627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F43AE-3097-1FF8-0469-C36C74DC4812}"/>
              </a:ext>
            </a:extLst>
          </p:cNvPr>
          <p:cNvSpPr txBox="1"/>
          <p:nvPr/>
        </p:nvSpPr>
        <p:spPr>
          <a:xfrm>
            <a:off x="3636579" y="588579"/>
            <a:ext cx="908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Stretch</a:t>
            </a:r>
          </a:p>
        </p:txBody>
      </p:sp>
    </p:spTree>
    <p:extLst>
      <p:ext uri="{BB962C8B-B14F-4D97-AF65-F5344CB8AC3E}">
        <p14:creationId xmlns:p14="http://schemas.microsoft.com/office/powerpoint/2010/main" val="418552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0D38-E29A-751B-C25F-95413F3BD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005B55CC-88CD-E631-38D0-B599DCA40424}"/>
              </a:ext>
            </a:extLst>
          </p:cNvPr>
          <p:cNvSpPr/>
          <p:nvPr/>
        </p:nvSpPr>
        <p:spPr>
          <a:xfrm>
            <a:off x="672433" y="201168"/>
            <a:ext cx="988202" cy="1114096"/>
          </a:xfrm>
          <a:custGeom>
            <a:avLst/>
            <a:gdLst>
              <a:gd name="connsiteX0" fmla="*/ 651871 w 1461167"/>
              <a:gd name="connsiteY0" fmla="*/ 262758 h 1275169"/>
              <a:gd name="connsiteX1" fmla="*/ 651871 w 1461167"/>
              <a:gd name="connsiteY1" fmla="*/ 262758 h 1275169"/>
              <a:gd name="connsiteX2" fmla="*/ 777995 w 1461167"/>
              <a:gd name="connsiteY2" fmla="*/ 525517 h 1275169"/>
              <a:gd name="connsiteX3" fmla="*/ 830547 w 1461167"/>
              <a:gd name="connsiteY3" fmla="*/ 578069 h 1275169"/>
              <a:gd name="connsiteX4" fmla="*/ 998712 w 1461167"/>
              <a:gd name="connsiteY4" fmla="*/ 651641 h 1275169"/>
              <a:gd name="connsiteX5" fmla="*/ 1124836 w 1461167"/>
              <a:gd name="connsiteY5" fmla="*/ 683172 h 1275169"/>
              <a:gd name="connsiteX6" fmla="*/ 1250960 w 1461167"/>
              <a:gd name="connsiteY6" fmla="*/ 704193 h 1275169"/>
              <a:gd name="connsiteX7" fmla="*/ 1398105 w 1461167"/>
              <a:gd name="connsiteY7" fmla="*/ 746234 h 1275169"/>
              <a:gd name="connsiteX8" fmla="*/ 1461167 w 1461167"/>
              <a:gd name="connsiteY8" fmla="*/ 798786 h 1275169"/>
              <a:gd name="connsiteX9" fmla="*/ 1450657 w 1461167"/>
              <a:gd name="connsiteY9" fmla="*/ 987972 h 1275169"/>
              <a:gd name="connsiteX10" fmla="*/ 1429636 w 1461167"/>
              <a:gd name="connsiteY10" fmla="*/ 1114096 h 1275169"/>
              <a:gd name="connsiteX11" fmla="*/ 1387595 w 1461167"/>
              <a:gd name="connsiteY11" fmla="*/ 1229710 h 1275169"/>
              <a:gd name="connsiteX12" fmla="*/ 1314023 w 1461167"/>
              <a:gd name="connsiteY12" fmla="*/ 1250731 h 1275169"/>
              <a:gd name="connsiteX13" fmla="*/ 1093305 w 1461167"/>
              <a:gd name="connsiteY13" fmla="*/ 1271751 h 1275169"/>
              <a:gd name="connsiteX14" fmla="*/ 536257 w 1461167"/>
              <a:gd name="connsiteY14" fmla="*/ 1240220 h 1275169"/>
              <a:gd name="connsiteX15" fmla="*/ 473195 w 1461167"/>
              <a:gd name="connsiteY15" fmla="*/ 1208689 h 1275169"/>
              <a:gd name="connsiteX16" fmla="*/ 431154 w 1461167"/>
              <a:gd name="connsiteY16" fmla="*/ 1156138 h 1275169"/>
              <a:gd name="connsiteX17" fmla="*/ 410133 w 1461167"/>
              <a:gd name="connsiteY17" fmla="*/ 1061545 h 1275169"/>
              <a:gd name="connsiteX18" fmla="*/ 389112 w 1461167"/>
              <a:gd name="connsiteY18" fmla="*/ 714703 h 1275169"/>
              <a:gd name="connsiteX19" fmla="*/ 399623 w 1461167"/>
              <a:gd name="connsiteY19" fmla="*/ 672662 h 1275169"/>
              <a:gd name="connsiteX20" fmla="*/ 357581 w 1461167"/>
              <a:gd name="connsiteY20" fmla="*/ 662151 h 1275169"/>
              <a:gd name="connsiteX21" fmla="*/ 273498 w 1461167"/>
              <a:gd name="connsiteY21" fmla="*/ 609600 h 1275169"/>
              <a:gd name="connsiteX22" fmla="*/ 220947 w 1461167"/>
              <a:gd name="connsiteY22" fmla="*/ 567558 h 1275169"/>
              <a:gd name="connsiteX23" fmla="*/ 52781 w 1461167"/>
              <a:gd name="connsiteY23" fmla="*/ 451945 h 1275169"/>
              <a:gd name="connsiteX24" fmla="*/ 21250 w 1461167"/>
              <a:gd name="connsiteY24" fmla="*/ 420414 h 1275169"/>
              <a:gd name="connsiteX25" fmla="*/ 229 w 1461167"/>
              <a:gd name="connsiteY25" fmla="*/ 367862 h 1275169"/>
              <a:gd name="connsiteX26" fmla="*/ 10740 w 1461167"/>
              <a:gd name="connsiteY26" fmla="*/ 336331 h 1275169"/>
              <a:gd name="connsiteX27" fmla="*/ 84312 w 1461167"/>
              <a:gd name="connsiteY27" fmla="*/ 262758 h 1275169"/>
              <a:gd name="connsiteX28" fmla="*/ 115843 w 1461167"/>
              <a:gd name="connsiteY28" fmla="*/ 231227 h 1275169"/>
              <a:gd name="connsiteX29" fmla="*/ 483705 w 1461167"/>
              <a:gd name="connsiteY29" fmla="*/ 21020 h 1275169"/>
              <a:gd name="connsiteX30" fmla="*/ 578298 w 1461167"/>
              <a:gd name="connsiteY30" fmla="*/ 0 h 1275169"/>
              <a:gd name="connsiteX31" fmla="*/ 599319 w 1461167"/>
              <a:gd name="connsiteY31" fmla="*/ 31531 h 1275169"/>
              <a:gd name="connsiteX32" fmla="*/ 609829 w 1461167"/>
              <a:gd name="connsiteY32" fmla="*/ 73572 h 1275169"/>
              <a:gd name="connsiteX33" fmla="*/ 620340 w 1461167"/>
              <a:gd name="connsiteY33" fmla="*/ 105103 h 1275169"/>
              <a:gd name="connsiteX34" fmla="*/ 641360 w 1461167"/>
              <a:gd name="connsiteY34" fmla="*/ 367862 h 1275169"/>
              <a:gd name="connsiteX35" fmla="*/ 651871 w 1461167"/>
              <a:gd name="connsiteY35" fmla="*/ 409903 h 1275169"/>
              <a:gd name="connsiteX36" fmla="*/ 672891 w 1461167"/>
              <a:gd name="connsiteY36" fmla="*/ 451945 h 1275169"/>
              <a:gd name="connsiteX37" fmla="*/ 704423 w 1461167"/>
              <a:gd name="connsiteY37" fmla="*/ 294289 h 1275169"/>
              <a:gd name="connsiteX38" fmla="*/ 672891 w 1461167"/>
              <a:gd name="connsiteY38" fmla="*/ 304800 h 1275169"/>
              <a:gd name="connsiteX39" fmla="*/ 630850 w 1461167"/>
              <a:gd name="connsiteY39" fmla="*/ 294289 h 1275169"/>
              <a:gd name="connsiteX40" fmla="*/ 641360 w 1461167"/>
              <a:gd name="connsiteY40" fmla="*/ 262758 h 1275169"/>
              <a:gd name="connsiteX41" fmla="*/ 651871 w 1461167"/>
              <a:gd name="connsiteY41" fmla="*/ 262758 h 127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61167" h="1275169">
                <a:moveTo>
                  <a:pt x="651871" y="262758"/>
                </a:moveTo>
                <a:lnTo>
                  <a:pt x="651871" y="262758"/>
                </a:lnTo>
                <a:cubicBezTo>
                  <a:pt x="677960" y="330588"/>
                  <a:pt x="723657" y="471179"/>
                  <a:pt x="777995" y="525517"/>
                </a:cubicBezTo>
                <a:cubicBezTo>
                  <a:pt x="795512" y="543034"/>
                  <a:pt x="810728" y="563205"/>
                  <a:pt x="830547" y="578069"/>
                </a:cubicBezTo>
                <a:cubicBezTo>
                  <a:pt x="883000" y="617408"/>
                  <a:pt x="936131" y="633761"/>
                  <a:pt x="998712" y="651641"/>
                </a:cubicBezTo>
                <a:cubicBezTo>
                  <a:pt x="1040380" y="663546"/>
                  <a:pt x="1082412" y="674334"/>
                  <a:pt x="1124836" y="683172"/>
                </a:cubicBezTo>
                <a:cubicBezTo>
                  <a:pt x="1166561" y="691865"/>
                  <a:pt x="1209092" y="696218"/>
                  <a:pt x="1250960" y="704193"/>
                </a:cubicBezTo>
                <a:cubicBezTo>
                  <a:pt x="1306721" y="714814"/>
                  <a:pt x="1349003" y="721683"/>
                  <a:pt x="1398105" y="746234"/>
                </a:cubicBezTo>
                <a:cubicBezTo>
                  <a:pt x="1427370" y="760866"/>
                  <a:pt x="1437923" y="775542"/>
                  <a:pt x="1461167" y="798786"/>
                </a:cubicBezTo>
                <a:cubicBezTo>
                  <a:pt x="1457664" y="861848"/>
                  <a:pt x="1455693" y="925014"/>
                  <a:pt x="1450657" y="987972"/>
                </a:cubicBezTo>
                <a:cubicBezTo>
                  <a:pt x="1448139" y="1019449"/>
                  <a:pt x="1437421" y="1080360"/>
                  <a:pt x="1429636" y="1114096"/>
                </a:cubicBezTo>
                <a:cubicBezTo>
                  <a:pt x="1428858" y="1117467"/>
                  <a:pt x="1414451" y="1214790"/>
                  <a:pt x="1387595" y="1229710"/>
                </a:cubicBezTo>
                <a:cubicBezTo>
                  <a:pt x="1365299" y="1242097"/>
                  <a:pt x="1339033" y="1245729"/>
                  <a:pt x="1314023" y="1250731"/>
                </a:cubicBezTo>
                <a:cubicBezTo>
                  <a:pt x="1263475" y="1260841"/>
                  <a:pt x="1130566" y="1268885"/>
                  <a:pt x="1093305" y="1271751"/>
                </a:cubicBezTo>
                <a:cubicBezTo>
                  <a:pt x="1017119" y="1270020"/>
                  <a:pt x="693689" y="1292698"/>
                  <a:pt x="536257" y="1240220"/>
                </a:cubicBezTo>
                <a:cubicBezTo>
                  <a:pt x="513961" y="1232788"/>
                  <a:pt x="494216" y="1219199"/>
                  <a:pt x="473195" y="1208689"/>
                </a:cubicBezTo>
                <a:cubicBezTo>
                  <a:pt x="459181" y="1191172"/>
                  <a:pt x="439991" y="1176757"/>
                  <a:pt x="431154" y="1156138"/>
                </a:cubicBezTo>
                <a:cubicBezTo>
                  <a:pt x="418430" y="1126449"/>
                  <a:pt x="414701" y="1093521"/>
                  <a:pt x="410133" y="1061545"/>
                </a:cubicBezTo>
                <a:cubicBezTo>
                  <a:pt x="399446" y="986733"/>
                  <a:pt x="391261" y="759819"/>
                  <a:pt x="389112" y="714703"/>
                </a:cubicBezTo>
                <a:cubicBezTo>
                  <a:pt x="392616" y="700689"/>
                  <a:pt x="407055" y="685049"/>
                  <a:pt x="399623" y="672662"/>
                </a:cubicBezTo>
                <a:cubicBezTo>
                  <a:pt x="392191" y="660275"/>
                  <a:pt x="370501" y="668611"/>
                  <a:pt x="357581" y="662151"/>
                </a:cubicBezTo>
                <a:cubicBezTo>
                  <a:pt x="328019" y="647370"/>
                  <a:pt x="299307" y="630247"/>
                  <a:pt x="273498" y="609600"/>
                </a:cubicBezTo>
                <a:cubicBezTo>
                  <a:pt x="255981" y="595586"/>
                  <a:pt x="239274" y="580495"/>
                  <a:pt x="220947" y="567558"/>
                </a:cubicBezTo>
                <a:cubicBezTo>
                  <a:pt x="212262" y="561427"/>
                  <a:pt x="89477" y="483398"/>
                  <a:pt x="52781" y="451945"/>
                </a:cubicBezTo>
                <a:cubicBezTo>
                  <a:pt x="41495" y="442272"/>
                  <a:pt x="31760" y="430924"/>
                  <a:pt x="21250" y="420414"/>
                </a:cubicBezTo>
                <a:cubicBezTo>
                  <a:pt x="14243" y="402897"/>
                  <a:pt x="2569" y="386583"/>
                  <a:pt x="229" y="367862"/>
                </a:cubicBezTo>
                <a:cubicBezTo>
                  <a:pt x="-1145" y="356869"/>
                  <a:pt x="3819" y="344982"/>
                  <a:pt x="10740" y="336331"/>
                </a:cubicBezTo>
                <a:cubicBezTo>
                  <a:pt x="32406" y="309249"/>
                  <a:pt x="59788" y="287282"/>
                  <a:pt x="84312" y="262758"/>
                </a:cubicBezTo>
                <a:cubicBezTo>
                  <a:pt x="94822" y="252248"/>
                  <a:pt x="103238" y="239105"/>
                  <a:pt x="115843" y="231227"/>
                </a:cubicBezTo>
                <a:cubicBezTo>
                  <a:pt x="173585" y="195139"/>
                  <a:pt x="423759" y="33009"/>
                  <a:pt x="483705" y="21020"/>
                </a:cubicBezTo>
                <a:cubicBezTo>
                  <a:pt x="550421" y="7677"/>
                  <a:pt x="518926" y="14843"/>
                  <a:pt x="578298" y="0"/>
                </a:cubicBezTo>
                <a:cubicBezTo>
                  <a:pt x="585305" y="10510"/>
                  <a:pt x="594343" y="19920"/>
                  <a:pt x="599319" y="31531"/>
                </a:cubicBezTo>
                <a:cubicBezTo>
                  <a:pt x="605009" y="44808"/>
                  <a:pt x="605861" y="59683"/>
                  <a:pt x="609829" y="73572"/>
                </a:cubicBezTo>
                <a:cubicBezTo>
                  <a:pt x="612873" y="84225"/>
                  <a:pt x="616836" y="94593"/>
                  <a:pt x="620340" y="105103"/>
                </a:cubicBezTo>
                <a:cubicBezTo>
                  <a:pt x="627172" y="234924"/>
                  <a:pt x="621426" y="268192"/>
                  <a:pt x="641360" y="367862"/>
                </a:cubicBezTo>
                <a:cubicBezTo>
                  <a:pt x="644193" y="382026"/>
                  <a:pt x="646799" y="396378"/>
                  <a:pt x="651871" y="409903"/>
                </a:cubicBezTo>
                <a:cubicBezTo>
                  <a:pt x="657372" y="424573"/>
                  <a:pt x="665884" y="437931"/>
                  <a:pt x="672891" y="451945"/>
                </a:cubicBezTo>
                <a:cubicBezTo>
                  <a:pt x="687138" y="409206"/>
                  <a:pt x="715529" y="338713"/>
                  <a:pt x="704423" y="294289"/>
                </a:cubicBezTo>
                <a:cubicBezTo>
                  <a:pt x="701736" y="283541"/>
                  <a:pt x="683402" y="301296"/>
                  <a:pt x="672891" y="304800"/>
                </a:cubicBezTo>
                <a:cubicBezTo>
                  <a:pt x="658877" y="301296"/>
                  <a:pt x="639517" y="305845"/>
                  <a:pt x="630850" y="294289"/>
                </a:cubicBezTo>
                <a:cubicBezTo>
                  <a:pt x="624203" y="285426"/>
                  <a:pt x="631451" y="267712"/>
                  <a:pt x="641360" y="262758"/>
                </a:cubicBezTo>
                <a:cubicBezTo>
                  <a:pt x="648367" y="259255"/>
                  <a:pt x="650119" y="262758"/>
                  <a:pt x="651871" y="2627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5E2B5-36D9-75FB-F462-D1AC8D79A6F5}"/>
              </a:ext>
            </a:extLst>
          </p:cNvPr>
          <p:cNvSpPr txBox="1"/>
          <p:nvPr/>
        </p:nvSpPr>
        <p:spPr>
          <a:xfrm>
            <a:off x="3636579" y="588579"/>
            <a:ext cx="908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Stretch</a:t>
            </a:r>
          </a:p>
        </p:txBody>
      </p:sp>
    </p:spTree>
    <p:extLst>
      <p:ext uri="{BB962C8B-B14F-4D97-AF65-F5344CB8AC3E}">
        <p14:creationId xmlns:p14="http://schemas.microsoft.com/office/powerpoint/2010/main" val="46623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E995-5F15-9274-C85A-7CAE117D5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718D5BB6-1216-CC51-4ACF-0444D9CEDB80}"/>
              </a:ext>
            </a:extLst>
          </p:cNvPr>
          <p:cNvSpPr/>
          <p:nvPr/>
        </p:nvSpPr>
        <p:spPr>
          <a:xfrm>
            <a:off x="672433" y="201168"/>
            <a:ext cx="988202" cy="1114096"/>
          </a:xfrm>
          <a:custGeom>
            <a:avLst/>
            <a:gdLst>
              <a:gd name="connsiteX0" fmla="*/ 651871 w 1461167"/>
              <a:gd name="connsiteY0" fmla="*/ 262758 h 1275169"/>
              <a:gd name="connsiteX1" fmla="*/ 651871 w 1461167"/>
              <a:gd name="connsiteY1" fmla="*/ 262758 h 1275169"/>
              <a:gd name="connsiteX2" fmla="*/ 777995 w 1461167"/>
              <a:gd name="connsiteY2" fmla="*/ 525517 h 1275169"/>
              <a:gd name="connsiteX3" fmla="*/ 830547 w 1461167"/>
              <a:gd name="connsiteY3" fmla="*/ 578069 h 1275169"/>
              <a:gd name="connsiteX4" fmla="*/ 998712 w 1461167"/>
              <a:gd name="connsiteY4" fmla="*/ 651641 h 1275169"/>
              <a:gd name="connsiteX5" fmla="*/ 1124836 w 1461167"/>
              <a:gd name="connsiteY5" fmla="*/ 683172 h 1275169"/>
              <a:gd name="connsiteX6" fmla="*/ 1250960 w 1461167"/>
              <a:gd name="connsiteY6" fmla="*/ 704193 h 1275169"/>
              <a:gd name="connsiteX7" fmla="*/ 1398105 w 1461167"/>
              <a:gd name="connsiteY7" fmla="*/ 746234 h 1275169"/>
              <a:gd name="connsiteX8" fmla="*/ 1461167 w 1461167"/>
              <a:gd name="connsiteY8" fmla="*/ 798786 h 1275169"/>
              <a:gd name="connsiteX9" fmla="*/ 1450657 w 1461167"/>
              <a:gd name="connsiteY9" fmla="*/ 987972 h 1275169"/>
              <a:gd name="connsiteX10" fmla="*/ 1429636 w 1461167"/>
              <a:gd name="connsiteY10" fmla="*/ 1114096 h 1275169"/>
              <a:gd name="connsiteX11" fmla="*/ 1387595 w 1461167"/>
              <a:gd name="connsiteY11" fmla="*/ 1229710 h 1275169"/>
              <a:gd name="connsiteX12" fmla="*/ 1314023 w 1461167"/>
              <a:gd name="connsiteY12" fmla="*/ 1250731 h 1275169"/>
              <a:gd name="connsiteX13" fmla="*/ 1093305 w 1461167"/>
              <a:gd name="connsiteY13" fmla="*/ 1271751 h 1275169"/>
              <a:gd name="connsiteX14" fmla="*/ 536257 w 1461167"/>
              <a:gd name="connsiteY14" fmla="*/ 1240220 h 1275169"/>
              <a:gd name="connsiteX15" fmla="*/ 473195 w 1461167"/>
              <a:gd name="connsiteY15" fmla="*/ 1208689 h 1275169"/>
              <a:gd name="connsiteX16" fmla="*/ 431154 w 1461167"/>
              <a:gd name="connsiteY16" fmla="*/ 1156138 h 1275169"/>
              <a:gd name="connsiteX17" fmla="*/ 410133 w 1461167"/>
              <a:gd name="connsiteY17" fmla="*/ 1061545 h 1275169"/>
              <a:gd name="connsiteX18" fmla="*/ 389112 w 1461167"/>
              <a:gd name="connsiteY18" fmla="*/ 714703 h 1275169"/>
              <a:gd name="connsiteX19" fmla="*/ 399623 w 1461167"/>
              <a:gd name="connsiteY19" fmla="*/ 672662 h 1275169"/>
              <a:gd name="connsiteX20" fmla="*/ 357581 w 1461167"/>
              <a:gd name="connsiteY20" fmla="*/ 662151 h 1275169"/>
              <a:gd name="connsiteX21" fmla="*/ 273498 w 1461167"/>
              <a:gd name="connsiteY21" fmla="*/ 609600 h 1275169"/>
              <a:gd name="connsiteX22" fmla="*/ 220947 w 1461167"/>
              <a:gd name="connsiteY22" fmla="*/ 567558 h 1275169"/>
              <a:gd name="connsiteX23" fmla="*/ 52781 w 1461167"/>
              <a:gd name="connsiteY23" fmla="*/ 451945 h 1275169"/>
              <a:gd name="connsiteX24" fmla="*/ 21250 w 1461167"/>
              <a:gd name="connsiteY24" fmla="*/ 420414 h 1275169"/>
              <a:gd name="connsiteX25" fmla="*/ 229 w 1461167"/>
              <a:gd name="connsiteY25" fmla="*/ 367862 h 1275169"/>
              <a:gd name="connsiteX26" fmla="*/ 10740 w 1461167"/>
              <a:gd name="connsiteY26" fmla="*/ 336331 h 1275169"/>
              <a:gd name="connsiteX27" fmla="*/ 84312 w 1461167"/>
              <a:gd name="connsiteY27" fmla="*/ 262758 h 1275169"/>
              <a:gd name="connsiteX28" fmla="*/ 115843 w 1461167"/>
              <a:gd name="connsiteY28" fmla="*/ 231227 h 1275169"/>
              <a:gd name="connsiteX29" fmla="*/ 483705 w 1461167"/>
              <a:gd name="connsiteY29" fmla="*/ 21020 h 1275169"/>
              <a:gd name="connsiteX30" fmla="*/ 578298 w 1461167"/>
              <a:gd name="connsiteY30" fmla="*/ 0 h 1275169"/>
              <a:gd name="connsiteX31" fmla="*/ 599319 w 1461167"/>
              <a:gd name="connsiteY31" fmla="*/ 31531 h 1275169"/>
              <a:gd name="connsiteX32" fmla="*/ 609829 w 1461167"/>
              <a:gd name="connsiteY32" fmla="*/ 73572 h 1275169"/>
              <a:gd name="connsiteX33" fmla="*/ 620340 w 1461167"/>
              <a:gd name="connsiteY33" fmla="*/ 105103 h 1275169"/>
              <a:gd name="connsiteX34" fmla="*/ 641360 w 1461167"/>
              <a:gd name="connsiteY34" fmla="*/ 367862 h 1275169"/>
              <a:gd name="connsiteX35" fmla="*/ 651871 w 1461167"/>
              <a:gd name="connsiteY35" fmla="*/ 409903 h 1275169"/>
              <a:gd name="connsiteX36" fmla="*/ 672891 w 1461167"/>
              <a:gd name="connsiteY36" fmla="*/ 451945 h 1275169"/>
              <a:gd name="connsiteX37" fmla="*/ 704423 w 1461167"/>
              <a:gd name="connsiteY37" fmla="*/ 294289 h 1275169"/>
              <a:gd name="connsiteX38" fmla="*/ 672891 w 1461167"/>
              <a:gd name="connsiteY38" fmla="*/ 304800 h 1275169"/>
              <a:gd name="connsiteX39" fmla="*/ 630850 w 1461167"/>
              <a:gd name="connsiteY39" fmla="*/ 294289 h 1275169"/>
              <a:gd name="connsiteX40" fmla="*/ 641360 w 1461167"/>
              <a:gd name="connsiteY40" fmla="*/ 262758 h 1275169"/>
              <a:gd name="connsiteX41" fmla="*/ 651871 w 1461167"/>
              <a:gd name="connsiteY41" fmla="*/ 262758 h 127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61167" h="1275169">
                <a:moveTo>
                  <a:pt x="651871" y="262758"/>
                </a:moveTo>
                <a:lnTo>
                  <a:pt x="651871" y="262758"/>
                </a:lnTo>
                <a:cubicBezTo>
                  <a:pt x="677960" y="330588"/>
                  <a:pt x="723657" y="471179"/>
                  <a:pt x="777995" y="525517"/>
                </a:cubicBezTo>
                <a:cubicBezTo>
                  <a:pt x="795512" y="543034"/>
                  <a:pt x="810728" y="563205"/>
                  <a:pt x="830547" y="578069"/>
                </a:cubicBezTo>
                <a:cubicBezTo>
                  <a:pt x="883000" y="617408"/>
                  <a:pt x="936131" y="633761"/>
                  <a:pt x="998712" y="651641"/>
                </a:cubicBezTo>
                <a:cubicBezTo>
                  <a:pt x="1040380" y="663546"/>
                  <a:pt x="1082412" y="674334"/>
                  <a:pt x="1124836" y="683172"/>
                </a:cubicBezTo>
                <a:cubicBezTo>
                  <a:pt x="1166561" y="691865"/>
                  <a:pt x="1209092" y="696218"/>
                  <a:pt x="1250960" y="704193"/>
                </a:cubicBezTo>
                <a:cubicBezTo>
                  <a:pt x="1306721" y="714814"/>
                  <a:pt x="1349003" y="721683"/>
                  <a:pt x="1398105" y="746234"/>
                </a:cubicBezTo>
                <a:cubicBezTo>
                  <a:pt x="1427370" y="760866"/>
                  <a:pt x="1437923" y="775542"/>
                  <a:pt x="1461167" y="798786"/>
                </a:cubicBezTo>
                <a:cubicBezTo>
                  <a:pt x="1457664" y="861848"/>
                  <a:pt x="1455693" y="925014"/>
                  <a:pt x="1450657" y="987972"/>
                </a:cubicBezTo>
                <a:cubicBezTo>
                  <a:pt x="1448139" y="1019449"/>
                  <a:pt x="1437421" y="1080360"/>
                  <a:pt x="1429636" y="1114096"/>
                </a:cubicBezTo>
                <a:cubicBezTo>
                  <a:pt x="1428858" y="1117467"/>
                  <a:pt x="1414451" y="1214790"/>
                  <a:pt x="1387595" y="1229710"/>
                </a:cubicBezTo>
                <a:cubicBezTo>
                  <a:pt x="1365299" y="1242097"/>
                  <a:pt x="1339033" y="1245729"/>
                  <a:pt x="1314023" y="1250731"/>
                </a:cubicBezTo>
                <a:cubicBezTo>
                  <a:pt x="1263475" y="1260841"/>
                  <a:pt x="1130566" y="1268885"/>
                  <a:pt x="1093305" y="1271751"/>
                </a:cubicBezTo>
                <a:cubicBezTo>
                  <a:pt x="1017119" y="1270020"/>
                  <a:pt x="693689" y="1292698"/>
                  <a:pt x="536257" y="1240220"/>
                </a:cubicBezTo>
                <a:cubicBezTo>
                  <a:pt x="513961" y="1232788"/>
                  <a:pt x="494216" y="1219199"/>
                  <a:pt x="473195" y="1208689"/>
                </a:cubicBezTo>
                <a:cubicBezTo>
                  <a:pt x="459181" y="1191172"/>
                  <a:pt x="439991" y="1176757"/>
                  <a:pt x="431154" y="1156138"/>
                </a:cubicBezTo>
                <a:cubicBezTo>
                  <a:pt x="418430" y="1126449"/>
                  <a:pt x="414701" y="1093521"/>
                  <a:pt x="410133" y="1061545"/>
                </a:cubicBezTo>
                <a:cubicBezTo>
                  <a:pt x="399446" y="986733"/>
                  <a:pt x="391261" y="759819"/>
                  <a:pt x="389112" y="714703"/>
                </a:cubicBezTo>
                <a:cubicBezTo>
                  <a:pt x="392616" y="700689"/>
                  <a:pt x="407055" y="685049"/>
                  <a:pt x="399623" y="672662"/>
                </a:cubicBezTo>
                <a:cubicBezTo>
                  <a:pt x="392191" y="660275"/>
                  <a:pt x="370501" y="668611"/>
                  <a:pt x="357581" y="662151"/>
                </a:cubicBezTo>
                <a:cubicBezTo>
                  <a:pt x="328019" y="647370"/>
                  <a:pt x="299307" y="630247"/>
                  <a:pt x="273498" y="609600"/>
                </a:cubicBezTo>
                <a:cubicBezTo>
                  <a:pt x="255981" y="595586"/>
                  <a:pt x="239274" y="580495"/>
                  <a:pt x="220947" y="567558"/>
                </a:cubicBezTo>
                <a:cubicBezTo>
                  <a:pt x="212262" y="561427"/>
                  <a:pt x="89477" y="483398"/>
                  <a:pt x="52781" y="451945"/>
                </a:cubicBezTo>
                <a:cubicBezTo>
                  <a:pt x="41495" y="442272"/>
                  <a:pt x="31760" y="430924"/>
                  <a:pt x="21250" y="420414"/>
                </a:cubicBezTo>
                <a:cubicBezTo>
                  <a:pt x="14243" y="402897"/>
                  <a:pt x="2569" y="386583"/>
                  <a:pt x="229" y="367862"/>
                </a:cubicBezTo>
                <a:cubicBezTo>
                  <a:pt x="-1145" y="356869"/>
                  <a:pt x="3819" y="344982"/>
                  <a:pt x="10740" y="336331"/>
                </a:cubicBezTo>
                <a:cubicBezTo>
                  <a:pt x="32406" y="309249"/>
                  <a:pt x="59788" y="287282"/>
                  <a:pt x="84312" y="262758"/>
                </a:cubicBezTo>
                <a:cubicBezTo>
                  <a:pt x="94822" y="252248"/>
                  <a:pt x="103238" y="239105"/>
                  <a:pt x="115843" y="231227"/>
                </a:cubicBezTo>
                <a:cubicBezTo>
                  <a:pt x="173585" y="195139"/>
                  <a:pt x="423759" y="33009"/>
                  <a:pt x="483705" y="21020"/>
                </a:cubicBezTo>
                <a:cubicBezTo>
                  <a:pt x="550421" y="7677"/>
                  <a:pt x="518926" y="14843"/>
                  <a:pt x="578298" y="0"/>
                </a:cubicBezTo>
                <a:cubicBezTo>
                  <a:pt x="585305" y="10510"/>
                  <a:pt x="594343" y="19920"/>
                  <a:pt x="599319" y="31531"/>
                </a:cubicBezTo>
                <a:cubicBezTo>
                  <a:pt x="605009" y="44808"/>
                  <a:pt x="605861" y="59683"/>
                  <a:pt x="609829" y="73572"/>
                </a:cubicBezTo>
                <a:cubicBezTo>
                  <a:pt x="612873" y="84225"/>
                  <a:pt x="616836" y="94593"/>
                  <a:pt x="620340" y="105103"/>
                </a:cubicBezTo>
                <a:cubicBezTo>
                  <a:pt x="627172" y="234924"/>
                  <a:pt x="621426" y="268192"/>
                  <a:pt x="641360" y="367862"/>
                </a:cubicBezTo>
                <a:cubicBezTo>
                  <a:pt x="644193" y="382026"/>
                  <a:pt x="646799" y="396378"/>
                  <a:pt x="651871" y="409903"/>
                </a:cubicBezTo>
                <a:cubicBezTo>
                  <a:pt x="657372" y="424573"/>
                  <a:pt x="665884" y="437931"/>
                  <a:pt x="672891" y="451945"/>
                </a:cubicBezTo>
                <a:cubicBezTo>
                  <a:pt x="687138" y="409206"/>
                  <a:pt x="715529" y="338713"/>
                  <a:pt x="704423" y="294289"/>
                </a:cubicBezTo>
                <a:cubicBezTo>
                  <a:pt x="701736" y="283541"/>
                  <a:pt x="683402" y="301296"/>
                  <a:pt x="672891" y="304800"/>
                </a:cubicBezTo>
                <a:cubicBezTo>
                  <a:pt x="658877" y="301296"/>
                  <a:pt x="639517" y="305845"/>
                  <a:pt x="630850" y="294289"/>
                </a:cubicBezTo>
                <a:cubicBezTo>
                  <a:pt x="624203" y="285426"/>
                  <a:pt x="631451" y="267712"/>
                  <a:pt x="641360" y="262758"/>
                </a:cubicBezTo>
                <a:cubicBezTo>
                  <a:pt x="648367" y="259255"/>
                  <a:pt x="650119" y="262758"/>
                  <a:pt x="651871" y="2627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8846A-A5A8-1965-ECC6-F842AFA23218}"/>
              </a:ext>
            </a:extLst>
          </p:cNvPr>
          <p:cNvSpPr txBox="1"/>
          <p:nvPr/>
        </p:nvSpPr>
        <p:spPr>
          <a:xfrm>
            <a:off x="3636579" y="588579"/>
            <a:ext cx="1186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appear</a:t>
            </a:r>
            <a:br>
              <a:rPr lang="en-NL" dirty="0"/>
            </a:br>
            <a:r>
              <a:rPr lang="en-NL" dirty="0"/>
              <a:t>disappear</a:t>
            </a:r>
          </a:p>
        </p:txBody>
      </p:sp>
    </p:spTree>
    <p:extLst>
      <p:ext uri="{BB962C8B-B14F-4D97-AF65-F5344CB8AC3E}">
        <p14:creationId xmlns:p14="http://schemas.microsoft.com/office/powerpoint/2010/main" val="123494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F99E6299-3D4E-0E78-91B9-D327666DB04E}"/>
              </a:ext>
            </a:extLst>
          </p:cNvPr>
          <p:cNvSpPr/>
          <p:nvPr/>
        </p:nvSpPr>
        <p:spPr>
          <a:xfrm>
            <a:off x="672433" y="201168"/>
            <a:ext cx="988202" cy="1114096"/>
          </a:xfrm>
          <a:custGeom>
            <a:avLst/>
            <a:gdLst>
              <a:gd name="connsiteX0" fmla="*/ 651871 w 1461167"/>
              <a:gd name="connsiteY0" fmla="*/ 262758 h 1275169"/>
              <a:gd name="connsiteX1" fmla="*/ 651871 w 1461167"/>
              <a:gd name="connsiteY1" fmla="*/ 262758 h 1275169"/>
              <a:gd name="connsiteX2" fmla="*/ 777995 w 1461167"/>
              <a:gd name="connsiteY2" fmla="*/ 525517 h 1275169"/>
              <a:gd name="connsiteX3" fmla="*/ 830547 w 1461167"/>
              <a:gd name="connsiteY3" fmla="*/ 578069 h 1275169"/>
              <a:gd name="connsiteX4" fmla="*/ 998712 w 1461167"/>
              <a:gd name="connsiteY4" fmla="*/ 651641 h 1275169"/>
              <a:gd name="connsiteX5" fmla="*/ 1124836 w 1461167"/>
              <a:gd name="connsiteY5" fmla="*/ 683172 h 1275169"/>
              <a:gd name="connsiteX6" fmla="*/ 1250960 w 1461167"/>
              <a:gd name="connsiteY6" fmla="*/ 704193 h 1275169"/>
              <a:gd name="connsiteX7" fmla="*/ 1398105 w 1461167"/>
              <a:gd name="connsiteY7" fmla="*/ 746234 h 1275169"/>
              <a:gd name="connsiteX8" fmla="*/ 1461167 w 1461167"/>
              <a:gd name="connsiteY8" fmla="*/ 798786 h 1275169"/>
              <a:gd name="connsiteX9" fmla="*/ 1450657 w 1461167"/>
              <a:gd name="connsiteY9" fmla="*/ 987972 h 1275169"/>
              <a:gd name="connsiteX10" fmla="*/ 1429636 w 1461167"/>
              <a:gd name="connsiteY10" fmla="*/ 1114096 h 1275169"/>
              <a:gd name="connsiteX11" fmla="*/ 1387595 w 1461167"/>
              <a:gd name="connsiteY11" fmla="*/ 1229710 h 1275169"/>
              <a:gd name="connsiteX12" fmla="*/ 1314023 w 1461167"/>
              <a:gd name="connsiteY12" fmla="*/ 1250731 h 1275169"/>
              <a:gd name="connsiteX13" fmla="*/ 1093305 w 1461167"/>
              <a:gd name="connsiteY13" fmla="*/ 1271751 h 1275169"/>
              <a:gd name="connsiteX14" fmla="*/ 536257 w 1461167"/>
              <a:gd name="connsiteY14" fmla="*/ 1240220 h 1275169"/>
              <a:gd name="connsiteX15" fmla="*/ 473195 w 1461167"/>
              <a:gd name="connsiteY15" fmla="*/ 1208689 h 1275169"/>
              <a:gd name="connsiteX16" fmla="*/ 431154 w 1461167"/>
              <a:gd name="connsiteY16" fmla="*/ 1156138 h 1275169"/>
              <a:gd name="connsiteX17" fmla="*/ 410133 w 1461167"/>
              <a:gd name="connsiteY17" fmla="*/ 1061545 h 1275169"/>
              <a:gd name="connsiteX18" fmla="*/ 389112 w 1461167"/>
              <a:gd name="connsiteY18" fmla="*/ 714703 h 1275169"/>
              <a:gd name="connsiteX19" fmla="*/ 399623 w 1461167"/>
              <a:gd name="connsiteY19" fmla="*/ 672662 h 1275169"/>
              <a:gd name="connsiteX20" fmla="*/ 357581 w 1461167"/>
              <a:gd name="connsiteY20" fmla="*/ 662151 h 1275169"/>
              <a:gd name="connsiteX21" fmla="*/ 273498 w 1461167"/>
              <a:gd name="connsiteY21" fmla="*/ 609600 h 1275169"/>
              <a:gd name="connsiteX22" fmla="*/ 220947 w 1461167"/>
              <a:gd name="connsiteY22" fmla="*/ 567558 h 1275169"/>
              <a:gd name="connsiteX23" fmla="*/ 52781 w 1461167"/>
              <a:gd name="connsiteY23" fmla="*/ 451945 h 1275169"/>
              <a:gd name="connsiteX24" fmla="*/ 21250 w 1461167"/>
              <a:gd name="connsiteY24" fmla="*/ 420414 h 1275169"/>
              <a:gd name="connsiteX25" fmla="*/ 229 w 1461167"/>
              <a:gd name="connsiteY25" fmla="*/ 367862 h 1275169"/>
              <a:gd name="connsiteX26" fmla="*/ 10740 w 1461167"/>
              <a:gd name="connsiteY26" fmla="*/ 336331 h 1275169"/>
              <a:gd name="connsiteX27" fmla="*/ 84312 w 1461167"/>
              <a:gd name="connsiteY27" fmla="*/ 262758 h 1275169"/>
              <a:gd name="connsiteX28" fmla="*/ 115843 w 1461167"/>
              <a:gd name="connsiteY28" fmla="*/ 231227 h 1275169"/>
              <a:gd name="connsiteX29" fmla="*/ 483705 w 1461167"/>
              <a:gd name="connsiteY29" fmla="*/ 21020 h 1275169"/>
              <a:gd name="connsiteX30" fmla="*/ 578298 w 1461167"/>
              <a:gd name="connsiteY30" fmla="*/ 0 h 1275169"/>
              <a:gd name="connsiteX31" fmla="*/ 599319 w 1461167"/>
              <a:gd name="connsiteY31" fmla="*/ 31531 h 1275169"/>
              <a:gd name="connsiteX32" fmla="*/ 609829 w 1461167"/>
              <a:gd name="connsiteY32" fmla="*/ 73572 h 1275169"/>
              <a:gd name="connsiteX33" fmla="*/ 620340 w 1461167"/>
              <a:gd name="connsiteY33" fmla="*/ 105103 h 1275169"/>
              <a:gd name="connsiteX34" fmla="*/ 641360 w 1461167"/>
              <a:gd name="connsiteY34" fmla="*/ 367862 h 1275169"/>
              <a:gd name="connsiteX35" fmla="*/ 651871 w 1461167"/>
              <a:gd name="connsiteY35" fmla="*/ 409903 h 1275169"/>
              <a:gd name="connsiteX36" fmla="*/ 672891 w 1461167"/>
              <a:gd name="connsiteY36" fmla="*/ 451945 h 1275169"/>
              <a:gd name="connsiteX37" fmla="*/ 704423 w 1461167"/>
              <a:gd name="connsiteY37" fmla="*/ 294289 h 1275169"/>
              <a:gd name="connsiteX38" fmla="*/ 672891 w 1461167"/>
              <a:gd name="connsiteY38" fmla="*/ 304800 h 1275169"/>
              <a:gd name="connsiteX39" fmla="*/ 630850 w 1461167"/>
              <a:gd name="connsiteY39" fmla="*/ 294289 h 1275169"/>
              <a:gd name="connsiteX40" fmla="*/ 641360 w 1461167"/>
              <a:gd name="connsiteY40" fmla="*/ 262758 h 1275169"/>
              <a:gd name="connsiteX41" fmla="*/ 651871 w 1461167"/>
              <a:gd name="connsiteY41" fmla="*/ 262758 h 127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61167" h="1275169">
                <a:moveTo>
                  <a:pt x="651871" y="262758"/>
                </a:moveTo>
                <a:lnTo>
                  <a:pt x="651871" y="262758"/>
                </a:lnTo>
                <a:cubicBezTo>
                  <a:pt x="677960" y="330588"/>
                  <a:pt x="723657" y="471179"/>
                  <a:pt x="777995" y="525517"/>
                </a:cubicBezTo>
                <a:cubicBezTo>
                  <a:pt x="795512" y="543034"/>
                  <a:pt x="810728" y="563205"/>
                  <a:pt x="830547" y="578069"/>
                </a:cubicBezTo>
                <a:cubicBezTo>
                  <a:pt x="883000" y="617408"/>
                  <a:pt x="936131" y="633761"/>
                  <a:pt x="998712" y="651641"/>
                </a:cubicBezTo>
                <a:cubicBezTo>
                  <a:pt x="1040380" y="663546"/>
                  <a:pt x="1082412" y="674334"/>
                  <a:pt x="1124836" y="683172"/>
                </a:cubicBezTo>
                <a:cubicBezTo>
                  <a:pt x="1166561" y="691865"/>
                  <a:pt x="1209092" y="696218"/>
                  <a:pt x="1250960" y="704193"/>
                </a:cubicBezTo>
                <a:cubicBezTo>
                  <a:pt x="1306721" y="714814"/>
                  <a:pt x="1349003" y="721683"/>
                  <a:pt x="1398105" y="746234"/>
                </a:cubicBezTo>
                <a:cubicBezTo>
                  <a:pt x="1427370" y="760866"/>
                  <a:pt x="1437923" y="775542"/>
                  <a:pt x="1461167" y="798786"/>
                </a:cubicBezTo>
                <a:cubicBezTo>
                  <a:pt x="1457664" y="861848"/>
                  <a:pt x="1455693" y="925014"/>
                  <a:pt x="1450657" y="987972"/>
                </a:cubicBezTo>
                <a:cubicBezTo>
                  <a:pt x="1448139" y="1019449"/>
                  <a:pt x="1437421" y="1080360"/>
                  <a:pt x="1429636" y="1114096"/>
                </a:cubicBezTo>
                <a:cubicBezTo>
                  <a:pt x="1428858" y="1117467"/>
                  <a:pt x="1414451" y="1214790"/>
                  <a:pt x="1387595" y="1229710"/>
                </a:cubicBezTo>
                <a:cubicBezTo>
                  <a:pt x="1365299" y="1242097"/>
                  <a:pt x="1339033" y="1245729"/>
                  <a:pt x="1314023" y="1250731"/>
                </a:cubicBezTo>
                <a:cubicBezTo>
                  <a:pt x="1263475" y="1260841"/>
                  <a:pt x="1130566" y="1268885"/>
                  <a:pt x="1093305" y="1271751"/>
                </a:cubicBezTo>
                <a:cubicBezTo>
                  <a:pt x="1017119" y="1270020"/>
                  <a:pt x="693689" y="1292698"/>
                  <a:pt x="536257" y="1240220"/>
                </a:cubicBezTo>
                <a:cubicBezTo>
                  <a:pt x="513961" y="1232788"/>
                  <a:pt x="494216" y="1219199"/>
                  <a:pt x="473195" y="1208689"/>
                </a:cubicBezTo>
                <a:cubicBezTo>
                  <a:pt x="459181" y="1191172"/>
                  <a:pt x="439991" y="1176757"/>
                  <a:pt x="431154" y="1156138"/>
                </a:cubicBezTo>
                <a:cubicBezTo>
                  <a:pt x="418430" y="1126449"/>
                  <a:pt x="414701" y="1093521"/>
                  <a:pt x="410133" y="1061545"/>
                </a:cubicBezTo>
                <a:cubicBezTo>
                  <a:pt x="399446" y="986733"/>
                  <a:pt x="391261" y="759819"/>
                  <a:pt x="389112" y="714703"/>
                </a:cubicBezTo>
                <a:cubicBezTo>
                  <a:pt x="392616" y="700689"/>
                  <a:pt x="407055" y="685049"/>
                  <a:pt x="399623" y="672662"/>
                </a:cubicBezTo>
                <a:cubicBezTo>
                  <a:pt x="392191" y="660275"/>
                  <a:pt x="370501" y="668611"/>
                  <a:pt x="357581" y="662151"/>
                </a:cubicBezTo>
                <a:cubicBezTo>
                  <a:pt x="328019" y="647370"/>
                  <a:pt x="299307" y="630247"/>
                  <a:pt x="273498" y="609600"/>
                </a:cubicBezTo>
                <a:cubicBezTo>
                  <a:pt x="255981" y="595586"/>
                  <a:pt x="239274" y="580495"/>
                  <a:pt x="220947" y="567558"/>
                </a:cubicBezTo>
                <a:cubicBezTo>
                  <a:pt x="212262" y="561427"/>
                  <a:pt x="89477" y="483398"/>
                  <a:pt x="52781" y="451945"/>
                </a:cubicBezTo>
                <a:cubicBezTo>
                  <a:pt x="41495" y="442272"/>
                  <a:pt x="31760" y="430924"/>
                  <a:pt x="21250" y="420414"/>
                </a:cubicBezTo>
                <a:cubicBezTo>
                  <a:pt x="14243" y="402897"/>
                  <a:pt x="2569" y="386583"/>
                  <a:pt x="229" y="367862"/>
                </a:cubicBezTo>
                <a:cubicBezTo>
                  <a:pt x="-1145" y="356869"/>
                  <a:pt x="3819" y="344982"/>
                  <a:pt x="10740" y="336331"/>
                </a:cubicBezTo>
                <a:cubicBezTo>
                  <a:pt x="32406" y="309249"/>
                  <a:pt x="59788" y="287282"/>
                  <a:pt x="84312" y="262758"/>
                </a:cubicBezTo>
                <a:cubicBezTo>
                  <a:pt x="94822" y="252248"/>
                  <a:pt x="103238" y="239105"/>
                  <a:pt x="115843" y="231227"/>
                </a:cubicBezTo>
                <a:cubicBezTo>
                  <a:pt x="173585" y="195139"/>
                  <a:pt x="423759" y="33009"/>
                  <a:pt x="483705" y="21020"/>
                </a:cubicBezTo>
                <a:cubicBezTo>
                  <a:pt x="550421" y="7677"/>
                  <a:pt x="518926" y="14843"/>
                  <a:pt x="578298" y="0"/>
                </a:cubicBezTo>
                <a:cubicBezTo>
                  <a:pt x="585305" y="10510"/>
                  <a:pt x="594343" y="19920"/>
                  <a:pt x="599319" y="31531"/>
                </a:cubicBezTo>
                <a:cubicBezTo>
                  <a:pt x="605009" y="44808"/>
                  <a:pt x="605861" y="59683"/>
                  <a:pt x="609829" y="73572"/>
                </a:cubicBezTo>
                <a:cubicBezTo>
                  <a:pt x="612873" y="84225"/>
                  <a:pt x="616836" y="94593"/>
                  <a:pt x="620340" y="105103"/>
                </a:cubicBezTo>
                <a:cubicBezTo>
                  <a:pt x="627172" y="234924"/>
                  <a:pt x="621426" y="268192"/>
                  <a:pt x="641360" y="367862"/>
                </a:cubicBezTo>
                <a:cubicBezTo>
                  <a:pt x="644193" y="382026"/>
                  <a:pt x="646799" y="396378"/>
                  <a:pt x="651871" y="409903"/>
                </a:cubicBezTo>
                <a:cubicBezTo>
                  <a:pt x="657372" y="424573"/>
                  <a:pt x="665884" y="437931"/>
                  <a:pt x="672891" y="451945"/>
                </a:cubicBezTo>
                <a:cubicBezTo>
                  <a:pt x="687138" y="409206"/>
                  <a:pt x="715529" y="338713"/>
                  <a:pt x="704423" y="294289"/>
                </a:cubicBezTo>
                <a:cubicBezTo>
                  <a:pt x="701736" y="283541"/>
                  <a:pt x="683402" y="301296"/>
                  <a:pt x="672891" y="304800"/>
                </a:cubicBezTo>
                <a:cubicBezTo>
                  <a:pt x="658877" y="301296"/>
                  <a:pt x="639517" y="305845"/>
                  <a:pt x="630850" y="294289"/>
                </a:cubicBezTo>
                <a:cubicBezTo>
                  <a:pt x="624203" y="285426"/>
                  <a:pt x="631451" y="267712"/>
                  <a:pt x="641360" y="262758"/>
                </a:cubicBezTo>
                <a:cubicBezTo>
                  <a:pt x="648367" y="259255"/>
                  <a:pt x="650119" y="262758"/>
                  <a:pt x="651871" y="2627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6EFEB11-5264-1286-01AC-E56C9B1F0BCD}"/>
              </a:ext>
            </a:extLst>
          </p:cNvPr>
          <p:cNvSpPr/>
          <p:nvPr/>
        </p:nvSpPr>
        <p:spPr>
          <a:xfrm>
            <a:off x="1712270" y="201168"/>
            <a:ext cx="988202" cy="1114096"/>
          </a:xfrm>
          <a:custGeom>
            <a:avLst/>
            <a:gdLst>
              <a:gd name="connsiteX0" fmla="*/ 651871 w 1461167"/>
              <a:gd name="connsiteY0" fmla="*/ 262758 h 1275169"/>
              <a:gd name="connsiteX1" fmla="*/ 651871 w 1461167"/>
              <a:gd name="connsiteY1" fmla="*/ 262758 h 1275169"/>
              <a:gd name="connsiteX2" fmla="*/ 777995 w 1461167"/>
              <a:gd name="connsiteY2" fmla="*/ 525517 h 1275169"/>
              <a:gd name="connsiteX3" fmla="*/ 830547 w 1461167"/>
              <a:gd name="connsiteY3" fmla="*/ 578069 h 1275169"/>
              <a:gd name="connsiteX4" fmla="*/ 998712 w 1461167"/>
              <a:gd name="connsiteY4" fmla="*/ 651641 h 1275169"/>
              <a:gd name="connsiteX5" fmla="*/ 1124836 w 1461167"/>
              <a:gd name="connsiteY5" fmla="*/ 683172 h 1275169"/>
              <a:gd name="connsiteX6" fmla="*/ 1250960 w 1461167"/>
              <a:gd name="connsiteY6" fmla="*/ 704193 h 1275169"/>
              <a:gd name="connsiteX7" fmla="*/ 1398105 w 1461167"/>
              <a:gd name="connsiteY7" fmla="*/ 746234 h 1275169"/>
              <a:gd name="connsiteX8" fmla="*/ 1461167 w 1461167"/>
              <a:gd name="connsiteY8" fmla="*/ 798786 h 1275169"/>
              <a:gd name="connsiteX9" fmla="*/ 1450657 w 1461167"/>
              <a:gd name="connsiteY9" fmla="*/ 987972 h 1275169"/>
              <a:gd name="connsiteX10" fmla="*/ 1429636 w 1461167"/>
              <a:gd name="connsiteY10" fmla="*/ 1114096 h 1275169"/>
              <a:gd name="connsiteX11" fmla="*/ 1387595 w 1461167"/>
              <a:gd name="connsiteY11" fmla="*/ 1229710 h 1275169"/>
              <a:gd name="connsiteX12" fmla="*/ 1314023 w 1461167"/>
              <a:gd name="connsiteY12" fmla="*/ 1250731 h 1275169"/>
              <a:gd name="connsiteX13" fmla="*/ 1093305 w 1461167"/>
              <a:gd name="connsiteY13" fmla="*/ 1271751 h 1275169"/>
              <a:gd name="connsiteX14" fmla="*/ 536257 w 1461167"/>
              <a:gd name="connsiteY14" fmla="*/ 1240220 h 1275169"/>
              <a:gd name="connsiteX15" fmla="*/ 473195 w 1461167"/>
              <a:gd name="connsiteY15" fmla="*/ 1208689 h 1275169"/>
              <a:gd name="connsiteX16" fmla="*/ 431154 w 1461167"/>
              <a:gd name="connsiteY16" fmla="*/ 1156138 h 1275169"/>
              <a:gd name="connsiteX17" fmla="*/ 410133 w 1461167"/>
              <a:gd name="connsiteY17" fmla="*/ 1061545 h 1275169"/>
              <a:gd name="connsiteX18" fmla="*/ 389112 w 1461167"/>
              <a:gd name="connsiteY18" fmla="*/ 714703 h 1275169"/>
              <a:gd name="connsiteX19" fmla="*/ 399623 w 1461167"/>
              <a:gd name="connsiteY19" fmla="*/ 672662 h 1275169"/>
              <a:gd name="connsiteX20" fmla="*/ 357581 w 1461167"/>
              <a:gd name="connsiteY20" fmla="*/ 662151 h 1275169"/>
              <a:gd name="connsiteX21" fmla="*/ 273498 w 1461167"/>
              <a:gd name="connsiteY21" fmla="*/ 609600 h 1275169"/>
              <a:gd name="connsiteX22" fmla="*/ 220947 w 1461167"/>
              <a:gd name="connsiteY22" fmla="*/ 567558 h 1275169"/>
              <a:gd name="connsiteX23" fmla="*/ 52781 w 1461167"/>
              <a:gd name="connsiteY23" fmla="*/ 451945 h 1275169"/>
              <a:gd name="connsiteX24" fmla="*/ 21250 w 1461167"/>
              <a:gd name="connsiteY24" fmla="*/ 420414 h 1275169"/>
              <a:gd name="connsiteX25" fmla="*/ 229 w 1461167"/>
              <a:gd name="connsiteY25" fmla="*/ 367862 h 1275169"/>
              <a:gd name="connsiteX26" fmla="*/ 10740 w 1461167"/>
              <a:gd name="connsiteY26" fmla="*/ 336331 h 1275169"/>
              <a:gd name="connsiteX27" fmla="*/ 84312 w 1461167"/>
              <a:gd name="connsiteY27" fmla="*/ 262758 h 1275169"/>
              <a:gd name="connsiteX28" fmla="*/ 115843 w 1461167"/>
              <a:gd name="connsiteY28" fmla="*/ 231227 h 1275169"/>
              <a:gd name="connsiteX29" fmla="*/ 483705 w 1461167"/>
              <a:gd name="connsiteY29" fmla="*/ 21020 h 1275169"/>
              <a:gd name="connsiteX30" fmla="*/ 578298 w 1461167"/>
              <a:gd name="connsiteY30" fmla="*/ 0 h 1275169"/>
              <a:gd name="connsiteX31" fmla="*/ 599319 w 1461167"/>
              <a:gd name="connsiteY31" fmla="*/ 31531 h 1275169"/>
              <a:gd name="connsiteX32" fmla="*/ 609829 w 1461167"/>
              <a:gd name="connsiteY32" fmla="*/ 73572 h 1275169"/>
              <a:gd name="connsiteX33" fmla="*/ 620340 w 1461167"/>
              <a:gd name="connsiteY33" fmla="*/ 105103 h 1275169"/>
              <a:gd name="connsiteX34" fmla="*/ 641360 w 1461167"/>
              <a:gd name="connsiteY34" fmla="*/ 367862 h 1275169"/>
              <a:gd name="connsiteX35" fmla="*/ 651871 w 1461167"/>
              <a:gd name="connsiteY35" fmla="*/ 409903 h 1275169"/>
              <a:gd name="connsiteX36" fmla="*/ 672891 w 1461167"/>
              <a:gd name="connsiteY36" fmla="*/ 451945 h 1275169"/>
              <a:gd name="connsiteX37" fmla="*/ 704423 w 1461167"/>
              <a:gd name="connsiteY37" fmla="*/ 294289 h 1275169"/>
              <a:gd name="connsiteX38" fmla="*/ 672891 w 1461167"/>
              <a:gd name="connsiteY38" fmla="*/ 304800 h 1275169"/>
              <a:gd name="connsiteX39" fmla="*/ 630850 w 1461167"/>
              <a:gd name="connsiteY39" fmla="*/ 294289 h 1275169"/>
              <a:gd name="connsiteX40" fmla="*/ 641360 w 1461167"/>
              <a:gd name="connsiteY40" fmla="*/ 262758 h 1275169"/>
              <a:gd name="connsiteX41" fmla="*/ 651871 w 1461167"/>
              <a:gd name="connsiteY41" fmla="*/ 262758 h 127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61167" h="1275169">
                <a:moveTo>
                  <a:pt x="651871" y="262758"/>
                </a:moveTo>
                <a:lnTo>
                  <a:pt x="651871" y="262758"/>
                </a:lnTo>
                <a:cubicBezTo>
                  <a:pt x="677960" y="330588"/>
                  <a:pt x="723657" y="471179"/>
                  <a:pt x="777995" y="525517"/>
                </a:cubicBezTo>
                <a:cubicBezTo>
                  <a:pt x="795512" y="543034"/>
                  <a:pt x="810728" y="563205"/>
                  <a:pt x="830547" y="578069"/>
                </a:cubicBezTo>
                <a:cubicBezTo>
                  <a:pt x="883000" y="617408"/>
                  <a:pt x="936131" y="633761"/>
                  <a:pt x="998712" y="651641"/>
                </a:cubicBezTo>
                <a:cubicBezTo>
                  <a:pt x="1040380" y="663546"/>
                  <a:pt x="1082412" y="674334"/>
                  <a:pt x="1124836" y="683172"/>
                </a:cubicBezTo>
                <a:cubicBezTo>
                  <a:pt x="1166561" y="691865"/>
                  <a:pt x="1209092" y="696218"/>
                  <a:pt x="1250960" y="704193"/>
                </a:cubicBezTo>
                <a:cubicBezTo>
                  <a:pt x="1306721" y="714814"/>
                  <a:pt x="1349003" y="721683"/>
                  <a:pt x="1398105" y="746234"/>
                </a:cubicBezTo>
                <a:cubicBezTo>
                  <a:pt x="1427370" y="760866"/>
                  <a:pt x="1437923" y="775542"/>
                  <a:pt x="1461167" y="798786"/>
                </a:cubicBezTo>
                <a:cubicBezTo>
                  <a:pt x="1457664" y="861848"/>
                  <a:pt x="1455693" y="925014"/>
                  <a:pt x="1450657" y="987972"/>
                </a:cubicBezTo>
                <a:cubicBezTo>
                  <a:pt x="1448139" y="1019449"/>
                  <a:pt x="1437421" y="1080360"/>
                  <a:pt x="1429636" y="1114096"/>
                </a:cubicBezTo>
                <a:cubicBezTo>
                  <a:pt x="1428858" y="1117467"/>
                  <a:pt x="1414451" y="1214790"/>
                  <a:pt x="1387595" y="1229710"/>
                </a:cubicBezTo>
                <a:cubicBezTo>
                  <a:pt x="1365299" y="1242097"/>
                  <a:pt x="1339033" y="1245729"/>
                  <a:pt x="1314023" y="1250731"/>
                </a:cubicBezTo>
                <a:cubicBezTo>
                  <a:pt x="1263475" y="1260841"/>
                  <a:pt x="1130566" y="1268885"/>
                  <a:pt x="1093305" y="1271751"/>
                </a:cubicBezTo>
                <a:cubicBezTo>
                  <a:pt x="1017119" y="1270020"/>
                  <a:pt x="693689" y="1292698"/>
                  <a:pt x="536257" y="1240220"/>
                </a:cubicBezTo>
                <a:cubicBezTo>
                  <a:pt x="513961" y="1232788"/>
                  <a:pt x="494216" y="1219199"/>
                  <a:pt x="473195" y="1208689"/>
                </a:cubicBezTo>
                <a:cubicBezTo>
                  <a:pt x="459181" y="1191172"/>
                  <a:pt x="439991" y="1176757"/>
                  <a:pt x="431154" y="1156138"/>
                </a:cubicBezTo>
                <a:cubicBezTo>
                  <a:pt x="418430" y="1126449"/>
                  <a:pt x="414701" y="1093521"/>
                  <a:pt x="410133" y="1061545"/>
                </a:cubicBezTo>
                <a:cubicBezTo>
                  <a:pt x="399446" y="986733"/>
                  <a:pt x="391261" y="759819"/>
                  <a:pt x="389112" y="714703"/>
                </a:cubicBezTo>
                <a:cubicBezTo>
                  <a:pt x="392616" y="700689"/>
                  <a:pt x="407055" y="685049"/>
                  <a:pt x="399623" y="672662"/>
                </a:cubicBezTo>
                <a:cubicBezTo>
                  <a:pt x="392191" y="660275"/>
                  <a:pt x="370501" y="668611"/>
                  <a:pt x="357581" y="662151"/>
                </a:cubicBezTo>
                <a:cubicBezTo>
                  <a:pt x="328019" y="647370"/>
                  <a:pt x="299307" y="630247"/>
                  <a:pt x="273498" y="609600"/>
                </a:cubicBezTo>
                <a:cubicBezTo>
                  <a:pt x="255981" y="595586"/>
                  <a:pt x="239274" y="580495"/>
                  <a:pt x="220947" y="567558"/>
                </a:cubicBezTo>
                <a:cubicBezTo>
                  <a:pt x="212262" y="561427"/>
                  <a:pt x="89477" y="483398"/>
                  <a:pt x="52781" y="451945"/>
                </a:cubicBezTo>
                <a:cubicBezTo>
                  <a:pt x="41495" y="442272"/>
                  <a:pt x="31760" y="430924"/>
                  <a:pt x="21250" y="420414"/>
                </a:cubicBezTo>
                <a:cubicBezTo>
                  <a:pt x="14243" y="402897"/>
                  <a:pt x="2569" y="386583"/>
                  <a:pt x="229" y="367862"/>
                </a:cubicBezTo>
                <a:cubicBezTo>
                  <a:pt x="-1145" y="356869"/>
                  <a:pt x="3819" y="344982"/>
                  <a:pt x="10740" y="336331"/>
                </a:cubicBezTo>
                <a:cubicBezTo>
                  <a:pt x="32406" y="309249"/>
                  <a:pt x="59788" y="287282"/>
                  <a:pt x="84312" y="262758"/>
                </a:cubicBezTo>
                <a:cubicBezTo>
                  <a:pt x="94822" y="252248"/>
                  <a:pt x="103238" y="239105"/>
                  <a:pt x="115843" y="231227"/>
                </a:cubicBezTo>
                <a:cubicBezTo>
                  <a:pt x="173585" y="195139"/>
                  <a:pt x="423759" y="33009"/>
                  <a:pt x="483705" y="21020"/>
                </a:cubicBezTo>
                <a:cubicBezTo>
                  <a:pt x="550421" y="7677"/>
                  <a:pt x="518926" y="14843"/>
                  <a:pt x="578298" y="0"/>
                </a:cubicBezTo>
                <a:cubicBezTo>
                  <a:pt x="585305" y="10510"/>
                  <a:pt x="594343" y="19920"/>
                  <a:pt x="599319" y="31531"/>
                </a:cubicBezTo>
                <a:cubicBezTo>
                  <a:pt x="605009" y="44808"/>
                  <a:pt x="605861" y="59683"/>
                  <a:pt x="609829" y="73572"/>
                </a:cubicBezTo>
                <a:cubicBezTo>
                  <a:pt x="612873" y="84225"/>
                  <a:pt x="616836" y="94593"/>
                  <a:pt x="620340" y="105103"/>
                </a:cubicBezTo>
                <a:cubicBezTo>
                  <a:pt x="627172" y="234924"/>
                  <a:pt x="621426" y="268192"/>
                  <a:pt x="641360" y="367862"/>
                </a:cubicBezTo>
                <a:cubicBezTo>
                  <a:pt x="644193" y="382026"/>
                  <a:pt x="646799" y="396378"/>
                  <a:pt x="651871" y="409903"/>
                </a:cubicBezTo>
                <a:cubicBezTo>
                  <a:pt x="657372" y="424573"/>
                  <a:pt x="665884" y="437931"/>
                  <a:pt x="672891" y="451945"/>
                </a:cubicBezTo>
                <a:cubicBezTo>
                  <a:pt x="687138" y="409206"/>
                  <a:pt x="715529" y="338713"/>
                  <a:pt x="704423" y="294289"/>
                </a:cubicBezTo>
                <a:cubicBezTo>
                  <a:pt x="701736" y="283541"/>
                  <a:pt x="683402" y="301296"/>
                  <a:pt x="672891" y="304800"/>
                </a:cubicBezTo>
                <a:cubicBezTo>
                  <a:pt x="658877" y="301296"/>
                  <a:pt x="639517" y="305845"/>
                  <a:pt x="630850" y="294289"/>
                </a:cubicBezTo>
                <a:cubicBezTo>
                  <a:pt x="624203" y="285426"/>
                  <a:pt x="631451" y="267712"/>
                  <a:pt x="641360" y="262758"/>
                </a:cubicBezTo>
                <a:cubicBezTo>
                  <a:pt x="648367" y="259255"/>
                  <a:pt x="650119" y="262758"/>
                  <a:pt x="651871" y="2627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1451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85185E-6 L 4.16667E-7 0.25 " pathEditMode="relative" rAng="0" ptsTypes="AA">
                                      <p:cBhvr>
                                        <p:cTn id="10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F8F56-BC90-A36B-76DD-FA5DFBB06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4ED99150-383B-3BCB-4110-C13BF5EDFD54}"/>
              </a:ext>
            </a:extLst>
          </p:cNvPr>
          <p:cNvSpPr/>
          <p:nvPr/>
        </p:nvSpPr>
        <p:spPr>
          <a:xfrm>
            <a:off x="672433" y="201168"/>
            <a:ext cx="988202" cy="1114096"/>
          </a:xfrm>
          <a:custGeom>
            <a:avLst/>
            <a:gdLst>
              <a:gd name="connsiteX0" fmla="*/ 651871 w 1461167"/>
              <a:gd name="connsiteY0" fmla="*/ 262758 h 1275169"/>
              <a:gd name="connsiteX1" fmla="*/ 651871 w 1461167"/>
              <a:gd name="connsiteY1" fmla="*/ 262758 h 1275169"/>
              <a:gd name="connsiteX2" fmla="*/ 777995 w 1461167"/>
              <a:gd name="connsiteY2" fmla="*/ 525517 h 1275169"/>
              <a:gd name="connsiteX3" fmla="*/ 830547 w 1461167"/>
              <a:gd name="connsiteY3" fmla="*/ 578069 h 1275169"/>
              <a:gd name="connsiteX4" fmla="*/ 998712 w 1461167"/>
              <a:gd name="connsiteY4" fmla="*/ 651641 h 1275169"/>
              <a:gd name="connsiteX5" fmla="*/ 1124836 w 1461167"/>
              <a:gd name="connsiteY5" fmla="*/ 683172 h 1275169"/>
              <a:gd name="connsiteX6" fmla="*/ 1250960 w 1461167"/>
              <a:gd name="connsiteY6" fmla="*/ 704193 h 1275169"/>
              <a:gd name="connsiteX7" fmla="*/ 1398105 w 1461167"/>
              <a:gd name="connsiteY7" fmla="*/ 746234 h 1275169"/>
              <a:gd name="connsiteX8" fmla="*/ 1461167 w 1461167"/>
              <a:gd name="connsiteY8" fmla="*/ 798786 h 1275169"/>
              <a:gd name="connsiteX9" fmla="*/ 1450657 w 1461167"/>
              <a:gd name="connsiteY9" fmla="*/ 987972 h 1275169"/>
              <a:gd name="connsiteX10" fmla="*/ 1429636 w 1461167"/>
              <a:gd name="connsiteY10" fmla="*/ 1114096 h 1275169"/>
              <a:gd name="connsiteX11" fmla="*/ 1387595 w 1461167"/>
              <a:gd name="connsiteY11" fmla="*/ 1229710 h 1275169"/>
              <a:gd name="connsiteX12" fmla="*/ 1314023 w 1461167"/>
              <a:gd name="connsiteY12" fmla="*/ 1250731 h 1275169"/>
              <a:gd name="connsiteX13" fmla="*/ 1093305 w 1461167"/>
              <a:gd name="connsiteY13" fmla="*/ 1271751 h 1275169"/>
              <a:gd name="connsiteX14" fmla="*/ 536257 w 1461167"/>
              <a:gd name="connsiteY14" fmla="*/ 1240220 h 1275169"/>
              <a:gd name="connsiteX15" fmla="*/ 473195 w 1461167"/>
              <a:gd name="connsiteY15" fmla="*/ 1208689 h 1275169"/>
              <a:gd name="connsiteX16" fmla="*/ 431154 w 1461167"/>
              <a:gd name="connsiteY16" fmla="*/ 1156138 h 1275169"/>
              <a:gd name="connsiteX17" fmla="*/ 410133 w 1461167"/>
              <a:gd name="connsiteY17" fmla="*/ 1061545 h 1275169"/>
              <a:gd name="connsiteX18" fmla="*/ 389112 w 1461167"/>
              <a:gd name="connsiteY18" fmla="*/ 714703 h 1275169"/>
              <a:gd name="connsiteX19" fmla="*/ 399623 w 1461167"/>
              <a:gd name="connsiteY19" fmla="*/ 672662 h 1275169"/>
              <a:gd name="connsiteX20" fmla="*/ 357581 w 1461167"/>
              <a:gd name="connsiteY20" fmla="*/ 662151 h 1275169"/>
              <a:gd name="connsiteX21" fmla="*/ 273498 w 1461167"/>
              <a:gd name="connsiteY21" fmla="*/ 609600 h 1275169"/>
              <a:gd name="connsiteX22" fmla="*/ 220947 w 1461167"/>
              <a:gd name="connsiteY22" fmla="*/ 567558 h 1275169"/>
              <a:gd name="connsiteX23" fmla="*/ 52781 w 1461167"/>
              <a:gd name="connsiteY23" fmla="*/ 451945 h 1275169"/>
              <a:gd name="connsiteX24" fmla="*/ 21250 w 1461167"/>
              <a:gd name="connsiteY24" fmla="*/ 420414 h 1275169"/>
              <a:gd name="connsiteX25" fmla="*/ 229 w 1461167"/>
              <a:gd name="connsiteY25" fmla="*/ 367862 h 1275169"/>
              <a:gd name="connsiteX26" fmla="*/ 10740 w 1461167"/>
              <a:gd name="connsiteY26" fmla="*/ 336331 h 1275169"/>
              <a:gd name="connsiteX27" fmla="*/ 84312 w 1461167"/>
              <a:gd name="connsiteY27" fmla="*/ 262758 h 1275169"/>
              <a:gd name="connsiteX28" fmla="*/ 115843 w 1461167"/>
              <a:gd name="connsiteY28" fmla="*/ 231227 h 1275169"/>
              <a:gd name="connsiteX29" fmla="*/ 483705 w 1461167"/>
              <a:gd name="connsiteY29" fmla="*/ 21020 h 1275169"/>
              <a:gd name="connsiteX30" fmla="*/ 578298 w 1461167"/>
              <a:gd name="connsiteY30" fmla="*/ 0 h 1275169"/>
              <a:gd name="connsiteX31" fmla="*/ 599319 w 1461167"/>
              <a:gd name="connsiteY31" fmla="*/ 31531 h 1275169"/>
              <a:gd name="connsiteX32" fmla="*/ 609829 w 1461167"/>
              <a:gd name="connsiteY32" fmla="*/ 73572 h 1275169"/>
              <a:gd name="connsiteX33" fmla="*/ 620340 w 1461167"/>
              <a:gd name="connsiteY33" fmla="*/ 105103 h 1275169"/>
              <a:gd name="connsiteX34" fmla="*/ 641360 w 1461167"/>
              <a:gd name="connsiteY34" fmla="*/ 367862 h 1275169"/>
              <a:gd name="connsiteX35" fmla="*/ 651871 w 1461167"/>
              <a:gd name="connsiteY35" fmla="*/ 409903 h 1275169"/>
              <a:gd name="connsiteX36" fmla="*/ 672891 w 1461167"/>
              <a:gd name="connsiteY36" fmla="*/ 451945 h 1275169"/>
              <a:gd name="connsiteX37" fmla="*/ 704423 w 1461167"/>
              <a:gd name="connsiteY37" fmla="*/ 294289 h 1275169"/>
              <a:gd name="connsiteX38" fmla="*/ 672891 w 1461167"/>
              <a:gd name="connsiteY38" fmla="*/ 304800 h 1275169"/>
              <a:gd name="connsiteX39" fmla="*/ 630850 w 1461167"/>
              <a:gd name="connsiteY39" fmla="*/ 294289 h 1275169"/>
              <a:gd name="connsiteX40" fmla="*/ 641360 w 1461167"/>
              <a:gd name="connsiteY40" fmla="*/ 262758 h 1275169"/>
              <a:gd name="connsiteX41" fmla="*/ 651871 w 1461167"/>
              <a:gd name="connsiteY41" fmla="*/ 262758 h 127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61167" h="1275169">
                <a:moveTo>
                  <a:pt x="651871" y="262758"/>
                </a:moveTo>
                <a:lnTo>
                  <a:pt x="651871" y="262758"/>
                </a:lnTo>
                <a:cubicBezTo>
                  <a:pt x="677960" y="330588"/>
                  <a:pt x="723657" y="471179"/>
                  <a:pt x="777995" y="525517"/>
                </a:cubicBezTo>
                <a:cubicBezTo>
                  <a:pt x="795512" y="543034"/>
                  <a:pt x="810728" y="563205"/>
                  <a:pt x="830547" y="578069"/>
                </a:cubicBezTo>
                <a:cubicBezTo>
                  <a:pt x="883000" y="617408"/>
                  <a:pt x="936131" y="633761"/>
                  <a:pt x="998712" y="651641"/>
                </a:cubicBezTo>
                <a:cubicBezTo>
                  <a:pt x="1040380" y="663546"/>
                  <a:pt x="1082412" y="674334"/>
                  <a:pt x="1124836" y="683172"/>
                </a:cubicBezTo>
                <a:cubicBezTo>
                  <a:pt x="1166561" y="691865"/>
                  <a:pt x="1209092" y="696218"/>
                  <a:pt x="1250960" y="704193"/>
                </a:cubicBezTo>
                <a:cubicBezTo>
                  <a:pt x="1306721" y="714814"/>
                  <a:pt x="1349003" y="721683"/>
                  <a:pt x="1398105" y="746234"/>
                </a:cubicBezTo>
                <a:cubicBezTo>
                  <a:pt x="1427370" y="760866"/>
                  <a:pt x="1437923" y="775542"/>
                  <a:pt x="1461167" y="798786"/>
                </a:cubicBezTo>
                <a:cubicBezTo>
                  <a:pt x="1457664" y="861848"/>
                  <a:pt x="1455693" y="925014"/>
                  <a:pt x="1450657" y="987972"/>
                </a:cubicBezTo>
                <a:cubicBezTo>
                  <a:pt x="1448139" y="1019449"/>
                  <a:pt x="1437421" y="1080360"/>
                  <a:pt x="1429636" y="1114096"/>
                </a:cubicBezTo>
                <a:cubicBezTo>
                  <a:pt x="1428858" y="1117467"/>
                  <a:pt x="1414451" y="1214790"/>
                  <a:pt x="1387595" y="1229710"/>
                </a:cubicBezTo>
                <a:cubicBezTo>
                  <a:pt x="1365299" y="1242097"/>
                  <a:pt x="1339033" y="1245729"/>
                  <a:pt x="1314023" y="1250731"/>
                </a:cubicBezTo>
                <a:cubicBezTo>
                  <a:pt x="1263475" y="1260841"/>
                  <a:pt x="1130566" y="1268885"/>
                  <a:pt x="1093305" y="1271751"/>
                </a:cubicBezTo>
                <a:cubicBezTo>
                  <a:pt x="1017119" y="1270020"/>
                  <a:pt x="693689" y="1292698"/>
                  <a:pt x="536257" y="1240220"/>
                </a:cubicBezTo>
                <a:cubicBezTo>
                  <a:pt x="513961" y="1232788"/>
                  <a:pt x="494216" y="1219199"/>
                  <a:pt x="473195" y="1208689"/>
                </a:cubicBezTo>
                <a:cubicBezTo>
                  <a:pt x="459181" y="1191172"/>
                  <a:pt x="439991" y="1176757"/>
                  <a:pt x="431154" y="1156138"/>
                </a:cubicBezTo>
                <a:cubicBezTo>
                  <a:pt x="418430" y="1126449"/>
                  <a:pt x="414701" y="1093521"/>
                  <a:pt x="410133" y="1061545"/>
                </a:cubicBezTo>
                <a:cubicBezTo>
                  <a:pt x="399446" y="986733"/>
                  <a:pt x="391261" y="759819"/>
                  <a:pt x="389112" y="714703"/>
                </a:cubicBezTo>
                <a:cubicBezTo>
                  <a:pt x="392616" y="700689"/>
                  <a:pt x="407055" y="685049"/>
                  <a:pt x="399623" y="672662"/>
                </a:cubicBezTo>
                <a:cubicBezTo>
                  <a:pt x="392191" y="660275"/>
                  <a:pt x="370501" y="668611"/>
                  <a:pt x="357581" y="662151"/>
                </a:cubicBezTo>
                <a:cubicBezTo>
                  <a:pt x="328019" y="647370"/>
                  <a:pt x="299307" y="630247"/>
                  <a:pt x="273498" y="609600"/>
                </a:cubicBezTo>
                <a:cubicBezTo>
                  <a:pt x="255981" y="595586"/>
                  <a:pt x="239274" y="580495"/>
                  <a:pt x="220947" y="567558"/>
                </a:cubicBezTo>
                <a:cubicBezTo>
                  <a:pt x="212262" y="561427"/>
                  <a:pt x="89477" y="483398"/>
                  <a:pt x="52781" y="451945"/>
                </a:cubicBezTo>
                <a:cubicBezTo>
                  <a:pt x="41495" y="442272"/>
                  <a:pt x="31760" y="430924"/>
                  <a:pt x="21250" y="420414"/>
                </a:cubicBezTo>
                <a:cubicBezTo>
                  <a:pt x="14243" y="402897"/>
                  <a:pt x="2569" y="386583"/>
                  <a:pt x="229" y="367862"/>
                </a:cubicBezTo>
                <a:cubicBezTo>
                  <a:pt x="-1145" y="356869"/>
                  <a:pt x="3819" y="344982"/>
                  <a:pt x="10740" y="336331"/>
                </a:cubicBezTo>
                <a:cubicBezTo>
                  <a:pt x="32406" y="309249"/>
                  <a:pt x="59788" y="287282"/>
                  <a:pt x="84312" y="262758"/>
                </a:cubicBezTo>
                <a:cubicBezTo>
                  <a:pt x="94822" y="252248"/>
                  <a:pt x="103238" y="239105"/>
                  <a:pt x="115843" y="231227"/>
                </a:cubicBezTo>
                <a:cubicBezTo>
                  <a:pt x="173585" y="195139"/>
                  <a:pt x="423759" y="33009"/>
                  <a:pt x="483705" y="21020"/>
                </a:cubicBezTo>
                <a:cubicBezTo>
                  <a:pt x="550421" y="7677"/>
                  <a:pt x="518926" y="14843"/>
                  <a:pt x="578298" y="0"/>
                </a:cubicBezTo>
                <a:cubicBezTo>
                  <a:pt x="585305" y="10510"/>
                  <a:pt x="594343" y="19920"/>
                  <a:pt x="599319" y="31531"/>
                </a:cubicBezTo>
                <a:cubicBezTo>
                  <a:pt x="605009" y="44808"/>
                  <a:pt x="605861" y="59683"/>
                  <a:pt x="609829" y="73572"/>
                </a:cubicBezTo>
                <a:cubicBezTo>
                  <a:pt x="612873" y="84225"/>
                  <a:pt x="616836" y="94593"/>
                  <a:pt x="620340" y="105103"/>
                </a:cubicBezTo>
                <a:cubicBezTo>
                  <a:pt x="627172" y="234924"/>
                  <a:pt x="621426" y="268192"/>
                  <a:pt x="641360" y="367862"/>
                </a:cubicBezTo>
                <a:cubicBezTo>
                  <a:pt x="644193" y="382026"/>
                  <a:pt x="646799" y="396378"/>
                  <a:pt x="651871" y="409903"/>
                </a:cubicBezTo>
                <a:cubicBezTo>
                  <a:pt x="657372" y="424573"/>
                  <a:pt x="665884" y="437931"/>
                  <a:pt x="672891" y="451945"/>
                </a:cubicBezTo>
                <a:cubicBezTo>
                  <a:pt x="687138" y="409206"/>
                  <a:pt x="715529" y="338713"/>
                  <a:pt x="704423" y="294289"/>
                </a:cubicBezTo>
                <a:cubicBezTo>
                  <a:pt x="701736" y="283541"/>
                  <a:pt x="683402" y="301296"/>
                  <a:pt x="672891" y="304800"/>
                </a:cubicBezTo>
                <a:cubicBezTo>
                  <a:pt x="658877" y="301296"/>
                  <a:pt x="639517" y="305845"/>
                  <a:pt x="630850" y="294289"/>
                </a:cubicBezTo>
                <a:cubicBezTo>
                  <a:pt x="624203" y="285426"/>
                  <a:pt x="631451" y="267712"/>
                  <a:pt x="641360" y="262758"/>
                </a:cubicBezTo>
                <a:cubicBezTo>
                  <a:pt x="648367" y="259255"/>
                  <a:pt x="650119" y="262758"/>
                  <a:pt x="651871" y="262758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0442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0.00046 C 0.0017 0.00555 0.00365 0.01088 0.00573 0.01597 C 0.01341 0.03611 0.0319 0.07685 0.03894 0.10046 C 0.04857 0.13032 0.05821 0.16065 0.06576 0.19282 C 0.07357 0.22616 0.07487 0.22778 0.07956 0.25856 C 0.08399 0.28935 0.07982 0.26528 0.08308 0.28935 C 0.08321 0.2912 0.08321 0.29398 0.08386 0.29491 C 0.08529 0.29722 0.08724 0.29629 0.08881 0.29745 C 0.10951 0.28634 0.10118 0.28981 0.14063 0.2831 L 0.17422 0.27685 C 0.18594 0.27477 0.2194 0.26875 0.23047 0.26065 L 0.23646 0.25602 C 0.23594 0.25995 0.23594 0.26342 0.23529 0.26666 C 0.23321 0.27454 0.22917 0.26713 0.23737 0.275 C 0.24011 0.28449 0.24076 0.28472 0.24219 0.29745 C 0.24284 0.30254 0.24284 0.30856 0.24336 0.31389 C 0.24401 0.32014 0.24493 0.32616 0.24558 0.33194 C 0.24675 0.35532 0.24414 0.40092 0.25378 0.42662 C 0.25534 0.43148 0.25795 0.43611 0.26068 0.43889 C 0.26341 0.44143 0.26693 0.4412 0.26979 0.44282 C 0.28164 0.43981 0.29401 0.44097 0.30573 0.43472 C 0.32006 0.42685 0.33907 0.39606 0.34844 0.37708 C 0.35612 0.36157 0.36354 0.34444 0.36914 0.32616 C 0.38321 0.28009 0.38529 0.24977 0.39219 0.20092 C 0.39414 0.16412 0.39701 0.12847 0.39219 0.0919 C 0.39141 0.08819 0.38737 0.08958 0.38529 0.08819 C 0.37344 0.08842 0.36146 0.08819 0.34935 0.08981 C 0.34037 0.09143 0.3319 0.09514 0.32305 0.09815 C 0.31537 0.10116 0.30769 0.10393 0.3 0.10625 C 0.27813 0.11504 0.29206 0.11088 0.27539 0.11435 C 0.28086 0.10764 0.28581 0.09977 0.29193 0.09444 C 0.30847 0.07708 0.33685 0.05764 0.35417 0.04676 C 0.38581 0.02708 0.40118 0.01875 0.4349 0.01041 C 0.44818 0.00648 0.46185 0.00602 0.47513 0.00416 C 0.49766 0.00648 0.52006 0.00717 0.54206 0.01227 C 0.54896 0.01389 0.55534 0.01921 0.56159 0.02477 C 0.56979 0.03125 0.57657 0.03981 0.5836 0.0493 C 0.58503 0.05301 0.58711 0.05717 0.58841 0.06111 C 0.58972 0.0669 0.55209 0.24028 0.55248 0.24606 C 0.55378 0.2581 0.47839 0.1412 0.47852 0.14954 C 0.47917 0.16389 0.59375 0.15764 0.59388 0.17199 C 0.59232 0.2169 0.59193 0.26157 0.58841 0.30579 C 0.5862 0.33287 0.58086 0.35903 0.5767 0.38565 C 0.57383 0.40509 0.57045 0.4243 0.56628 0.44282 C 0.55873 0.47963 0.55586 0.49421 0.54688 0.52106 C 0.54623 0.52315 0.54532 0.525 0.54427 0.52685 C 0.54115 0.52454 0.53711 0.52338 0.53425 0.51852 C 0.52761 0.50972 0.49909 0.46018 0.49024 0.44097 C 0.4862 0.43264 0.48334 0.42338 0.47995 0.41389 C 0.47839 0.40579 0.475 0.39791 0.47513 0.38958 C 0.47644 0.35741 0.49362 0.34421 0.50756 0.33194 C 0.52969 0.31389 0.55743 0.30231 0.58151 0.29491 C 0.59193 0.29236 0.60287 0.2912 0.61381 0.28935 L 0.63112 0.2912 C 0.63464 0.29143 0.63815 0.2912 0.64154 0.29282 C 0.64414 0.29444 0.64584 0.29884 0.64844 0.30116 C 0.64922 0.30579 0.65052 0.30903 0.65065 0.31389 C 0.65065 0.32037 0.65052 0.32778 0.64935 0.33449 C 0.64636 0.35764 0.64011 0.38125 0.63334 0.40208 C 0.62787 0.41852 0.62084 0.43403 0.61602 0.45092 C 0.61472 0.45532 0.61055 0.4669 0.61263 0.46366 C 0.62448 0.44213 0.63672 0.41991 0.64714 0.39583 C 0.66706 0.35092 0.68724 0.3118 0.70248 0.26227 C 0.70573 0.25254 0.70847 0.24236 0.71068 0.23171 C 0.71289 0.22037 0.71433 0.20856 0.71628 0.19653 C 0.71693 0.1875 0.71693 0.17731 0.71771 0.16829 C 0.71771 0.16065 0.71888 0.15278 0.71875 0.1456 C 0.7181 0.1037 0.71771 0.10926 0.7142 0.08009 C 0.71263 0.06597 0.71276 0.05787 0.70847 0.04676 C 0.70235 0.03194 0.69532 0.02222 0.68646 0.01227 C 0.68099 0.00602 0.67526 1.85185E-6 0.66914 -0.00394 C 0.65469 -0.01505 0.64089 -0.02107 0.62513 -0.02292 C 0.6112 -0.02454 0.59675 -0.02361 0.58269 -0.02454 C 0.57383 -0.025 0.56498 -0.02616 0.55599 -0.02662 C 0.55248 -0.02917 0.54636 -0.02639 0.54558 -0.03264 C 0.54532 -0.03588 0.54571 -0.03959 0.54427 -0.04097 C 0.54141 -0.04421 0.53776 -0.04445 0.53425 -0.0456 C 0.52631 -0.04699 0.51862 -0.04699 0.51107 -0.04699 C 0.39297 -0.04097 0.38451 -0.04746 0.2974 -0.02917 C 0.28438 -0.02616 0.27123 -0.02292 0.25821 -0.01829 C 0.23594 -0.01158 0.22292 -0.00903 0.20534 0.00416 C 0.20352 0.00486 0.20209 0.00648 0.20065 0.00787 C 0.2 0.01041 0.19857 0.01204 0.19844 0.01412 C 0.19727 0.02037 0.19649 0.04514 0.19584 0.0493 C 0.19453 0.0625 0.1918 0.07523 0.19037 0.08819 C 0.18203 0.1493 0.17995 0.17014 0.17422 0.23588 C 0.17162 0.26528 0.16888 0.29444 0.16693 0.32361 C 0.1655 0.35208 0.16472 0.37986 0.16381 0.40833 C 0.16341 0.43287 0.16263 0.45717 0.16263 0.48171 C 0.16263 0.51018 0.16263 0.53773 0.16381 0.5662 C 0.16407 0.57199 0.16524 0.57801 0.16615 0.58449 C 0.16628 0.58727 0.16823 0.60023 0.17071 0.60254 C 0.1724 0.60532 0.17448 0.60694 0.17644 0.60717 C 0.1862 0.60856 0.19649 0.60833 0.20625 0.60879 C 0.2125 0.60972 0.21862 0.61018 0.22487 0.61134 C 0.23529 0.61504 0.24623 0.61666 0.25599 0.62315 C 0.26081 0.62662 0.26641 0.62801 0.2711 0.63379 C 0.27539 0.63912 0.27331 0.63727 0.278 0.63958 C 0.2767 0.64213 0.27591 0.64421 0.27461 0.64583 C 0.25951 0.66458 0.2517 0.6743 0.23386 0.68287 C 0.22748 0.68611 0.22006 0.68727 0.21315 0.68935 C 0.20013 0.68773 0.18685 0.68889 0.17422 0.68472 C 0.16823 0.68287 0.16328 0.67754 0.15782 0.67291 C 0.1517 0.66666 0.14584 0.66018 0.13933 0.65393 C 0.13425 0.64884 0.12865 0.64514 0.12331 0.63958 C 0.11823 0.63449 0.11354 0.62801 0.10821 0.62315 C 0.09896 0.61481 0.0892 0.60717 0.07956 0.59907 C 0.07696 0.59699 0.07487 0.59421 0.07266 0.59259 C 0.07006 0.59097 0.06784 0.59074 0.06576 0.58866 C 0.05404 0.57801 0.05209 0.57291 0.04154 0.55741 C 0.03529 0.54907 0.03828 0.55555 0.03425 0.5456 C 0.0336 0.54143 0.0319 0.53449 0.03425 0.53125 C 0.03555 0.52963 0.03802 0.53287 0.03802 0.5331 " pathEditMode="relative" rAng="0" ptsTypes="AAAAAAAAAAAAAAAAAAAAA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38" y="32153"/>
                                    </p:animMotion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</Words>
  <Application>Microsoft Macintosh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Bram Alkema</dc:creator>
  <cp:lastModifiedBy>Bram Alkema</cp:lastModifiedBy>
  <cp:revision>1</cp:revision>
  <dcterms:created xsi:type="dcterms:W3CDTF">2026-04-12T22:06:04Z</dcterms:created>
  <dcterms:modified xsi:type="dcterms:W3CDTF">2026-04-12T22:20:40Z</dcterms:modified>
</cp:coreProperties>
</file>