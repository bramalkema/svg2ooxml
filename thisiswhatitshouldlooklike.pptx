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 snapToGrid="0">
      <p:cViewPr varScale="1">
        <p:scale>
          <a:sx n="390" d="100"/>
          <a:sy n="390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4" name="Text 4"/>
          <p:cNvSpPr/>
          <p:nvPr/>
        </p:nvSpPr>
        <p:spPr>
          <a:xfrm>
            <a:off x="583474" y="583424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sz="2800" dirty="0">
                <a:solidFill>
                  <a:schemeClr val="bg1"/>
                </a:solidFill>
                <a:latin typeface="Arial"/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Macintosh PowerPoint</Application>
  <DocSecurity>0</DocSecurity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2026-01-13T01:05:31Z</dcterms:modified>
</cp:coreProperties>
</file>