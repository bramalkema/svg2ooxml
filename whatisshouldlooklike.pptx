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" cy="1714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b66fd59e-09f3-48b9-bb8d-e0043bd00c87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552748" y="704255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C128EE30-04F7-4310-863A-E04D0A38C05F}" vid="{4684D366-2EC1-434A-8551-A2FA399373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